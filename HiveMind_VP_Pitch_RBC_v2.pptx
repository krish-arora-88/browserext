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8.svg" ContentType="image/svg+xml"/>
  <Override PartName="/ppt/media/image8.svg" ContentType="image/svg+xml"/>
  <Override PartName="/ppt/media/image81.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0" r:id="rId1"/>
  </p:sldMasterIdLst>
  <p:notesMasterIdLst>
    <p:notesMasterId r:id="rId23"/>
  </p:notesMasterIdLst>
  <p:sldIdLst>
    <p:sldId id="295" r:id="rId5"/>
    <p:sldId id="296" r:id="rId28"/>
    <p:sldId id="297" r:id="rId29"/>
    <p:sldId id="298" r:id="rId30"/>
    <p:sldId id="299" r:id="rId31"/>
    <p:sldId id="300" r:id="rId32"/>
    <p:sldId id="301" r:id="rId33"/>
    <p:sldId id="302" r:id="rId34"/>
    <p:sldId id="303" r:id="rId35"/>
    <p:sldId id="304" r:id="rId36"/>
    <p:sldId id="305" r:id="rId37"/>
    <p:sldId id="294" r:id="rId4"/>
  </p:sldIdLst>
  <p:sldSz cx="9144000" cy="5143500" type="screen16x9"/>
  <p:notesSz cx="6858000" cy="9144000"/>
  <p:defaultTextStyle>
    <a:defPPr>
      <a:defRPr lang="en-C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26" autoAdjust="0"/>
    <p:restoredTop sz="96240"/>
  </p:normalViewPr>
  <p:slideViewPr>
    <p:cSldViewPr snapToGrid="0" snapToObjects="1">
      <p:cViewPr varScale="1">
        <p:scale>
          <a:sx n="130" d="100"/>
          <a:sy n="130" d="100"/>
        </p:scale>
        <p:origin x="208" y="472"/>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3.xml"/><Relationship Id="rId5" Type="http://schemas.openxmlformats.org/officeDocument/2006/relationships/slide" Target="slides/slide4.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Build context</c:v>
                </c:pt>
              </c:strCache>
            </c:strRef>
          </c:tx>
          <c:spPr>
            <a:solidFill>
              <a:schemeClr val="accent1"/>
            </a:solidFill>
          </c:spPr>
          <c:cat>
            <c:strRef>
              <c:f>Sheet1!$A$2:$A$5</c:f>
              <c:strCache>
                <c:ptCount val="4"/>
                <c:pt idx="0">
                  <c:v>10K</c:v>
                </c:pt>
                <c:pt idx="1">
                  <c:v>50K</c:v>
                </c:pt>
                <c:pt idx="2">
                  <c:v>200K</c:v>
                </c:pt>
                <c:pt idx="3">
                  <c:v>500K</c:v>
                </c:pt>
              </c:strCache>
            </c:strRef>
          </c:cat>
          <c:val>
            <c:numRef>
              <c:f>Sheet1!$B$2:$B$5</c:f>
              <c:numCache>
                <c:formatCode>General</c:formatCode>
                <c:ptCount val="4"/>
                <c:pt idx="0">
                  <c:v>0.07</c:v>
                </c:pt>
                <c:pt idx="1">
                  <c:v>0.29</c:v>
                </c:pt>
                <c:pt idx="2">
                  <c:v>0.98</c:v>
                </c:pt>
                <c:pt idx="3">
                  <c:v>2.7</c:v>
                </c:pt>
              </c:numCache>
            </c:numRef>
          </c:val>
        </c:ser>
        <c:ser>
          <c:idx val="1"/>
          <c:order val="1"/>
          <c:tx>
            <c:strRef>
              <c:f>Sheet1!$C$1</c:f>
              <c:strCache>
                <c:ptCount val="1"/>
                <c:pt idx="0">
                  <c:v>Find &amp; highlight citation</c:v>
                </c:pt>
              </c:strCache>
            </c:strRef>
          </c:tx>
          <c:spPr>
            <a:solidFill>
              <a:schemeClr val="accent2"/>
            </a:solidFill>
          </c:spPr>
          <c:cat>
            <c:strRef>
              <c:f>Sheet1!$A$2:$A$5</c:f>
              <c:strCache>
                <c:ptCount val="4"/>
                <c:pt idx="0">
                  <c:v>10K</c:v>
                </c:pt>
                <c:pt idx="1">
                  <c:v>50K</c:v>
                </c:pt>
                <c:pt idx="2">
                  <c:v>200K</c:v>
                </c:pt>
                <c:pt idx="3">
                  <c:v>500K</c:v>
                </c:pt>
              </c:strCache>
            </c:strRef>
          </c:cat>
          <c:val>
            <c:numRef>
              <c:f>Sheet1!$C$2:$C$5</c:f>
              <c:numCache>
                <c:formatCode>General</c:formatCode>
                <c:ptCount val="4"/>
                <c:pt idx="0">
                  <c:v>1.4</c:v>
                </c:pt>
                <c:pt idx="1">
                  <c:v>4.8</c:v>
                </c:pt>
                <c:pt idx="2">
                  <c:v>13.6</c:v>
                </c:pt>
                <c:pt idx="3">
                  <c:v>31.2</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D3D9DD"/>
            </a:solidFill>
          </a:ln>
        </c:spPr>
        <c:txPr>
          <a:bodyPr/>
          <a:lstStyle/>
          <a:p>
            <a:pPr>
              <a:defRPr sz="10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000"/>
          </a:pPr>
        </a:p>
      </c:txPr>
    </c:legend>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013FE-EA1C-D84E-9F74-4DA698BE51BF}" type="datetimeFigureOut">
              <a:rPr lang="en-CA" smtClean="0"/>
              <a:t>2021-04-21</a:t>
            </a:fld>
            <a:endParaRPr lang="en-C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DC8461-BFEE-9840-AFEF-D2756677D108}" type="slidenum">
              <a:rPr lang="en-CA" smtClean="0"/>
              <a:t>‹#›</a:t>
            </a:fld>
            <a:endParaRPr lang="en-CA" dirty="0"/>
          </a:p>
        </p:txBody>
      </p:sp>
    </p:spTree>
    <p:extLst>
      <p:ext uri="{BB962C8B-B14F-4D97-AF65-F5344CB8AC3E}">
        <p14:creationId xmlns:p14="http://schemas.microsoft.com/office/powerpoint/2010/main" val="843248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[4:30–5:00]</a:t>
            </a:r>
          </a:p>
          <a:p>
            <a:r>
              <a:t>That's HiveMind: RBCAssist where the work is, with receipts, and with your approval. Our ask is simple: sponsor a small pilot, then a security review, then a managed rollout. Thank you. Happy to take questions.</a:t>
            </a:r>
          </a:p>
          <a:p/>
          <a:p>
            <a:r>
              <a:t>Likely Q&amp;A:</a:t>
            </a:r>
          </a:p>
          <a:p>
            <a:r>
              <a:t>- Does data leave RBC? Model calls go only through the RBCAssist gateway; chat history stays in the browser and attached files are never saved.</a:t>
            </a:r>
          </a:p>
          <a:p>
            <a:r>
              <a:t>- What about sensitive internal sites? A blocked-URL list keeps them out of tab pickers, suggestions and history search.</a:t>
            </a:r>
          </a:p>
          <a:p>
            <a:r>
              <a:t>- How long to pilot? The extension already runs; the main work is gateway hookup and the security review.</a:t>
            </a:r>
          </a:p>
          <a:p>
            <a:r>
              <a:t>- Why not just improve RBCAssist? We run on it. This is the front door that puts it next to the work.</a:t>
            </a:r>
          </a:p>
        </p:txBody>
      </p:sp>
      <p:sp>
        <p:nvSpPr>
          <p:cNvPr id="4" name="Slide Number Placeholder 3"/>
          <p:cNvSpPr>
            <a:spLocks noGrp="1"/>
          </p:cNvSpPr>
          <p:nvPr>
            <p:ph type="sldNum" sz="quarter" idx="5"/>
          </p:nvPr>
        </p:nvSpPr>
        <p:spPr/>
        <p:txBody>
          <a:bodyPr/>
          <a:lstStyle/>
          <a:p>
            <a:fld id="{44DC8461-BFEE-9840-AFEF-D2756677D108}" type="slidenum">
              <a:rPr lang="en-CA" smtClean="0"/>
              <a:t>3</a:t>
            </a:fld>
            <a:endParaRPr lang="en-CA" dirty="0"/>
          </a:p>
        </p:txBody>
      </p:sp>
    </p:spTree>
    <p:extLst>
      <p:ext uri="{BB962C8B-B14F-4D97-AF65-F5344CB8AC3E}">
        <p14:creationId xmlns:p14="http://schemas.microsoft.com/office/powerpoint/2010/main" val="146646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[0:00–0:08]</a:t>
            </a:r>
          </a:p>
          <a:p>
            <a:r>
              <a:t>Good afternoon. I'm Hitesh, captain of Idea 4. We built HiveMind in five hours: RBCAssist, living inside the browser, right next to the work.</a:t>
            </a:r>
          </a:p>
          <a:p>
            <a:r>
              <a:t>(Fast opener. You have about 5 minutes: roughly 3 for slides and 2 for the live demo. Slides 6, 7 and 9 can be shortened if you run behind. Slide 11 is the appendix; skip it unless asked.)</a:t>
            </a:r>
          </a:p>
        </p:txBody>
      </p:sp>
      <p:sp>
        <p:nvSpPr>
          <p:cNvPr id="4" name="Slide Number Placeholder 3"/>
          <p:cNvSpPr>
            <a:spLocks noGrp="1"/>
          </p:cNvSpPr>
          <p:nvPr>
            <p:ph type="sldNum" sz="quarter" idx="5"/>
          </p:nvPr>
        </p:nvSpPr>
        <p:spPr/>
        <p:txBody>
          <a:bodyPr/>
          <a:lstStyle/>
          <a:p>
            <a:fld id="{44DC8461-BFEE-9840-AFEF-D2756677D108}" type="slidenum">
              <a:rPr lang="en-CA" smtClean="0"/>
              <a:t>4</a:t>
            </a:fld>
            <a:endParaRPr lang="en-CA" dirty="0"/>
          </a:p>
        </p:txBody>
      </p:sp>
    </p:spTree>
    <p:extLst>
      <p:ext uri="{BB962C8B-B14F-4D97-AF65-F5344CB8AC3E}">
        <p14:creationId xmlns:p14="http://schemas.microsoft.com/office/powerpoint/2010/main" val="428514554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[0:08–0:20]</a:t>
            </a:r>
          </a:p>
          <a:p>
            <a:r>
              <a:t>Five people, five hours, one working extension. (Say each name and the part they owned. Replace the four 'Teammate name / Role' cards with your teammates before presenting.)</a:t>
            </a:r>
          </a:p>
          <a:p>
            <a:r>
              <a:t>In that time we shipped the chat panel, click-to-verify citations, tab/PDF/link context, inline writing help, and connector tools.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[0:20–0:48]</a:t>
            </a:r>
          </a:p>
          <a:p>
            <a:r>
              <a:t>Quick show of hands: who has pasted something from a page into an AI tool this week? Keep it up if you then went back to the source to double-check the answer.</a:t>
            </a:r>
          </a:p>
          <a:p>
            <a:r>
              <a:t>That's the problem. Today every AI question starts with a copy-paste and ends with a leap of faith. One: your data leaves the page and lands in another window. Two: the AI is working blind. It sees only what you pasted, not your other tabs, the PDF, or the page around it. Three: there are no receipts. Nothing ties the answer to the line it came from, so you go hunting.</a:t>
            </a:r>
          </a:p>
          <a:p>
            <a:r>
              <a:t>(Pause after the show of hands. If you have a real number from your team about time lost, drop it in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[0:48–1:10]</a:t>
            </a:r>
          </a:p>
          <a:p>
            <a:r>
              <a:t>HiveMind is a side panel in Chrome that brings RBCAssist to where the work is.</a:t>
            </a:r>
          </a:p>
          <a:p>
            <a:r>
              <a:t>It sees what you see: the page, tabs you @-mention, PDFs, linked pages. It shows its receipts: every claim has a numbered citation, and one click jumps to and highlights the exact passage. It helps where you type: Rewrite, Complete, Fix tone beside any text box. And it can act through enterprise tools, but only with your OK.</a:t>
            </a:r>
          </a:p>
          <a:p>
            <a:r>
              <a:t>(The panel on the right is an illustrative mock-up, not real policy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[1:10–1:32]</a:t>
            </a:r>
          </a:p>
          <a:p>
            <a:r>
              <a:t>Follow the numbers. One: you choose the context, the page, up to five tabs, a file or a link. Two: the context builder cuts it into numbered passages and the orchestrator sends them to the RBCAssist gateway, which streams the answer back. Three: if a tool is needed, it goes to an MCP connector, and anything that changes data asks for approval first. Four: the side panel renders the answer with citation chips. Five: click a chip and the live page scrolls to that passage and highlights it.</a:t>
            </a:r>
          </a:p>
          <a:p>
            <a:r>
              <a:t>Everything in the dashed box runs in the browser. There is no HiveMind server to deploy.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[1:32–1:40]</a:t>
            </a:r>
          </a:p>
          <a:p>
            <a:r>
              <a:t>Deliberately simple. A Manifest V3 Chrome extension in plain JavaScript, no framework. It talks to the RBCAssist gateway over HTTPS, uses the standard Model Context Protocol for connectors, and pdf.js to read PDFs locally. No backend of our own. (Glance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[1:40–1:52]</a:t>
            </a:r>
          </a:p>
          <a:p>
            <a:r>
              <a:t>These are measured on the extension's real code, not estimates. Building the model context from a 500,000-character source takes under 3 milliseconds. Finding and highlighting a cited passage on a 500,000-character page takes about 30 milliseconds. A 60-page PDF is read locally in about a fifth of a second. So the extension is never the bottleneck. The wait you'll see is the model.</a:t>
            </a:r>
          </a:p>
          <a:p>
            <a:r>
              <a:t>(Honest caveat if asked: measured in a cloud sandbox on synthetic pages built from real prose; model latency depends on the gateway and was not included. Details are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[1:52–2:14]</a:t>
            </a:r>
          </a:p>
          <a:p>
            <a:r>
              <a:t>Why is this better for everyday work? Because it lives where the work happens. Down the left: the tasks. HiveMind answers from the page you're on with one toggle, compares several tabs, proves an answer with one click, reads pages behind your own sign-in, and fixes your writing right where you type. A separate chat window can't do these without copy-paste, and search can only point you to documents.</a:t>
            </a:r>
          </a:p>
          <a:p>
            <a:r>
              <a:t>Important: HiveMind runs on the RBCAssist gateway. It extends RBCAssist, it doesn't replace it.</a:t>
            </a:r>
          </a:p>
          <a:p>
            <a:r>
              <a:t>(Check the RBCAssist and Enterprise Search cells against what those tools can actually do today before presenting; the HiveMind column comes straight from the code.)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[2:14–2:32]</a:t>
            </a:r>
          </a:p>
          <a:p>
            <a:r>
              <a:t>Because this is a bank, trust comes first. You control the context: only what you add is sent. Permissions are asked for at the moment of use. Read-only tools run; anything that changes data shows its exact details and waits for you to click Allow. Tool output is treated as untrusted and replies can't inject HTML. All model traffic uses the existing RBCAssist gateway and its guardrails. And chat history never leaves the browser.</a:t>
            </a:r>
          </a:p>
          <a:p>
            <a:r>
              <a:t>Be upfront: this is a working prototype and a security review is step two of the pilot plan.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[2:32–4:30: switch to Chrome]</a:t>
            </a:r>
          </a:p>
          <a:p>
            <a:r>
              <a:t>One line on use cases (5 seconds): policy answers, cross-checking sources, better emails, long documents. Now let me show you.</a:t>
            </a:r>
          </a:p>
          <a:p>
            <a:r>
              <a:t>Set up BEFORE you present: tab 1 = a public policy or FAQ page; tab 2 = a related page; a short PDF on the desktop; an email draft in a text box with inline buttons switched on for that site; the side panel open.</a:t>
            </a:r>
          </a:p>
          <a:p>
            <a:r>
              <a:t>1 (0:30) Toggle 'Use this page' and ask a concrete question. Point at the numbered chips as the answer streams.</a:t>
            </a:r>
          </a:p>
          <a:p>
            <a:r>
              <a:t>2 (0:25) Click a chip. The tab scrolls to the passage and highlights it in yellow. 'That's how you check an answer in one click.'</a:t>
            </a:r>
          </a:p>
          <a:p>
            <a:r>
              <a:t>3 (0:35) Type @, pick tab 2, drag the PDF in, ask it to compare. The citations now point to different sources.</a:t>
            </a:r>
          </a:p>
          <a:p>
            <a:r>
              <a:t>4 (0:25) Go to the email draft and click Fix tone. 'Nothing is sent until you click.'</a:t>
            </a:r>
          </a:p>
          <a:p>
            <a:r>
              <a:t>If anything fails, say 'this is live hackathon code' and play the backup recording. Return to the slides for the close.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do not present unless asked]</a:t>
            </a:r>
          </a:p>
          <a:p>
            <a:r>
              <a:t>Left: the built-in limits, straight from the code. Middle: exactly how the performance numbers were measured, and what was not measured. Right: the honest list of what remains before a wider rollout.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rbc.design/resources/icon-library" TargetMode="External"/><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svg"/><Relationship Id="rId7" Type="http://schemas.openxmlformats.org/officeDocument/2006/relationships/image" Target="../media/image11.png"/><Relationship Id="rId8" Type="http://schemas.openxmlformats.org/officeDocument/2006/relationships/image" Target="../media/image12.svg"/><Relationship Id="rId9" Type="http://schemas.openxmlformats.org/officeDocument/2006/relationships/image" Target="../media/image13.png"/><Relationship Id="rId10" Type="http://schemas.openxmlformats.org/officeDocument/2006/relationships/image" Target="../media/image14.svg"/><Relationship Id="rId11" Type="http://schemas.openxmlformats.org/officeDocument/2006/relationships/image" Target="../media/image15.png"/><Relationship Id="rId12" Type="http://schemas.openxmlformats.org/officeDocument/2006/relationships/image" Target="../media/image16.svg"/><Relationship Id="rId13" Type="http://schemas.openxmlformats.org/officeDocument/2006/relationships/image" Target="../media/image17.png"/><Relationship Id="rId14" Type="http://schemas.openxmlformats.org/officeDocument/2006/relationships/image" Target="../media/image18.svg"/><Relationship Id="rId15" Type="http://schemas.openxmlformats.org/officeDocument/2006/relationships/image" Target="../media/image19.png"/><Relationship Id="rId16" Type="http://schemas.openxmlformats.org/officeDocument/2006/relationships/image" Target="../media/image20.svg"/><Relationship Id="rId17" Type="http://schemas.openxmlformats.org/officeDocument/2006/relationships/image" Target="../media/image21.png"/><Relationship Id="rId18" Type="http://schemas.openxmlformats.org/officeDocument/2006/relationships/image" Target="../media/image22.svg"/><Relationship Id="rId19" Type="http://schemas.openxmlformats.org/officeDocument/2006/relationships/image" Target="../media/image23.png"/><Relationship Id="rId20" Type="http://schemas.openxmlformats.org/officeDocument/2006/relationships/image" Target="../media/image24.svg"/><Relationship Id="rId21" Type="http://schemas.openxmlformats.org/officeDocument/2006/relationships/image" Target="../media/image25.png"/><Relationship Id="rId22" Type="http://schemas.openxmlformats.org/officeDocument/2006/relationships/image" Target="../media/image26.svg"/><Relationship Id="rId23" Type="http://schemas.openxmlformats.org/officeDocument/2006/relationships/image" Target="../media/image27.png"/><Relationship Id="rId24" Type="http://schemas.openxmlformats.org/officeDocument/2006/relationships/image" Target="../media/image28.svg"/><Relationship Id="rId25" Type="http://schemas.openxmlformats.org/officeDocument/2006/relationships/image" Target="../media/image29.png"/><Relationship Id="rId26" Type="http://schemas.openxmlformats.org/officeDocument/2006/relationships/image" Target="../media/image30.svg"/><Relationship Id="rId27" Type="http://schemas.openxmlformats.org/officeDocument/2006/relationships/image" Target="../media/image31.png"/><Relationship Id="rId28" Type="http://schemas.openxmlformats.org/officeDocument/2006/relationships/image" Target="../media/image32.svg"/><Relationship Id="rId29" Type="http://schemas.openxmlformats.org/officeDocument/2006/relationships/image" Target="../media/image33.png"/><Relationship Id="rId30" Type="http://schemas.openxmlformats.org/officeDocument/2006/relationships/image" Target="../media/image34.svg"/><Relationship Id="rId31" Type="http://schemas.openxmlformats.org/officeDocument/2006/relationships/image" Target="../media/image35.png"/><Relationship Id="rId32" Type="http://schemas.openxmlformats.org/officeDocument/2006/relationships/image" Target="../media/image36.svg"/><Relationship Id="rId33" Type="http://schemas.openxmlformats.org/officeDocument/2006/relationships/image" Target="../media/image37.png"/><Relationship Id="rId34" Type="http://schemas.openxmlformats.org/officeDocument/2006/relationships/image" Target="../media/image38.svg"/><Relationship Id="rId35" Type="http://schemas.openxmlformats.org/officeDocument/2006/relationships/image" Target="../media/image39.png"/><Relationship Id="rId36" Type="http://schemas.openxmlformats.org/officeDocument/2006/relationships/image" Target="../media/image40.svg"/><Relationship Id="rId37" Type="http://schemas.openxmlformats.org/officeDocument/2006/relationships/image" Target="../media/image41.png"/><Relationship Id="rId38" Type="http://schemas.openxmlformats.org/officeDocument/2006/relationships/image" Target="../media/image42.svg"/><Relationship Id="rId39" Type="http://schemas.openxmlformats.org/officeDocument/2006/relationships/image" Target="../media/image43.png"/><Relationship Id="rId40" Type="http://schemas.openxmlformats.org/officeDocument/2006/relationships/image" Target="../media/image44.svg"/><Relationship Id="rId41" Type="http://schemas.openxmlformats.org/officeDocument/2006/relationships/image" Target="../media/image45.png"/><Relationship Id="rId42" Type="http://schemas.openxmlformats.org/officeDocument/2006/relationships/image" Target="../media/image46.svg"/><Relationship Id="rId43" Type="http://schemas.openxmlformats.org/officeDocument/2006/relationships/image" Target="../media/image47.png"/><Relationship Id="rId44" Type="http://schemas.openxmlformats.org/officeDocument/2006/relationships/image" Target="../media/image48.svg"/><Relationship Id="rId45" Type="http://schemas.openxmlformats.org/officeDocument/2006/relationships/image" Target="../media/image49.png"/><Relationship Id="rId46" Type="http://schemas.openxmlformats.org/officeDocument/2006/relationships/image" Target="../media/image50.svg"/><Relationship Id="rId47" Type="http://schemas.openxmlformats.org/officeDocument/2006/relationships/image" Target="../media/image51.png"/><Relationship Id="rId48" Type="http://schemas.openxmlformats.org/officeDocument/2006/relationships/image" Target="../media/image52.svg"/><Relationship Id="rId49" Type="http://schemas.openxmlformats.org/officeDocument/2006/relationships/image" Target="../media/image53.png"/><Relationship Id="rId50" Type="http://schemas.openxmlformats.org/officeDocument/2006/relationships/image" Target="../media/image54.svg"/><Relationship Id="rId51" Type="http://schemas.openxmlformats.org/officeDocument/2006/relationships/image" Target="../media/image55.png"/><Relationship Id="rId52" Type="http://schemas.openxmlformats.org/officeDocument/2006/relationships/image" Target="../media/image56.svg"/><Relationship Id="rId53" Type="http://schemas.openxmlformats.org/officeDocument/2006/relationships/image" Target="../media/image57.png"/><Relationship Id="rId54" Type="http://schemas.openxmlformats.org/officeDocument/2006/relationships/image" Target="../media/image58.svg"/><Relationship Id="rId55" Type="http://schemas.openxmlformats.org/officeDocument/2006/relationships/image" Target="../media/image59.png"/><Relationship Id="rId56" Type="http://schemas.openxmlformats.org/officeDocument/2006/relationships/image" Target="../media/image60.svg"/><Relationship Id="rId57" Type="http://schemas.openxmlformats.org/officeDocument/2006/relationships/image" Target="../media/image61.png"/><Relationship Id="rId58" Type="http://schemas.openxmlformats.org/officeDocument/2006/relationships/image" Target="../media/image62.svg"/><Relationship Id="rId59" Type="http://schemas.openxmlformats.org/officeDocument/2006/relationships/image" Target="../media/image63.png"/><Relationship Id="rId60" Type="http://schemas.openxmlformats.org/officeDocument/2006/relationships/image" Target="../media/image64.svg"/><Relationship Id="rId61" Type="http://schemas.openxmlformats.org/officeDocument/2006/relationships/image" Target="../media/image65.png"/><Relationship Id="rId62" Type="http://schemas.openxmlformats.org/officeDocument/2006/relationships/image" Target="../media/image66.svg"/><Relationship Id="rId63" Type="http://schemas.openxmlformats.org/officeDocument/2006/relationships/image" Target="../media/image67.png"/><Relationship Id="rId64" Type="http://schemas.openxmlformats.org/officeDocument/2006/relationships/image" Target="../media/image68.svg"/><Relationship Id="rId65" Type="http://schemas.openxmlformats.org/officeDocument/2006/relationships/image" Target="../media/image69.png"/><Relationship Id="rId66" Type="http://schemas.openxmlformats.org/officeDocument/2006/relationships/image" Target="../media/image70.svg"/><Relationship Id="rId67" Type="http://schemas.openxmlformats.org/officeDocument/2006/relationships/image" Target="../media/image71.png"/><Relationship Id="rId68" Type="http://schemas.openxmlformats.org/officeDocument/2006/relationships/image" Target="../media/image72.svg"/><Relationship Id="rId69" Type="http://schemas.openxmlformats.org/officeDocument/2006/relationships/image" Target="../media/image73.png"/><Relationship Id="rId70" Type="http://schemas.openxmlformats.org/officeDocument/2006/relationships/image" Target="../media/image74.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Picture Backgroun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AAAF9D-BD56-8D4E-9D15-07EDE42255B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4000" cy="5143500"/>
          </a:xfrm>
          <a:prstGeom prst="rect">
            <a:avLst/>
          </a:prstGeom>
        </p:spPr>
      </p:pic>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57200" y="342900"/>
            <a:ext cx="7536214" cy="1447429"/>
          </a:xfrm>
          <a:prstGeom prst="rect">
            <a:avLst/>
          </a:prstGeom>
        </p:spPr>
        <p:txBody>
          <a:bodyPr wrap="square" anchor="b" anchorCtr="0">
            <a:normAutofit/>
          </a:bodyPr>
          <a:lstStyle>
            <a:lvl1pPr algn="l">
              <a:defRPr sz="3200">
                <a:solidFill>
                  <a:schemeClr val="tx2"/>
                </a:solidFill>
              </a:defRPr>
            </a:lvl1pPr>
          </a:lstStyle>
          <a:p>
            <a:r>
              <a:rPr lang="en-US"/>
              <a:t>Click to edit Master title style</a:t>
            </a:r>
            <a:endParaRPr lang="en-CA" dirty="0"/>
          </a:p>
        </p:txBody>
      </p:sp>
      <p:sp>
        <p:nvSpPr>
          <p:cNvPr id="7" name="Date Placeholder 3">
            <a:extLst>
              <a:ext uri="{FF2B5EF4-FFF2-40B4-BE49-F238E27FC236}">
                <a16:creationId xmlns:a16="http://schemas.microsoft.com/office/drawing/2014/main" id="{3128E794-232B-5D4E-AEB9-AC2EEE7D8906}"/>
              </a:ext>
            </a:extLst>
          </p:cNvPr>
          <p:cNvSpPr>
            <a:spLocks noGrp="1"/>
          </p:cNvSpPr>
          <p:nvPr>
            <p:ph type="dt" sz="half" idx="10"/>
          </p:nvPr>
        </p:nvSpPr>
        <p:spPr>
          <a:xfrm>
            <a:off x="457200" y="4415064"/>
            <a:ext cx="2743200" cy="290286"/>
          </a:xfrm>
          <a:prstGeom prst="rect">
            <a:avLst/>
          </a:prstGeom>
        </p:spPr>
        <p:txBody>
          <a:bodyPr>
            <a:normAutofit/>
          </a:bodyPr>
          <a:lstStyle>
            <a:lvl1pPr>
              <a:defRPr>
                <a:solidFill>
                  <a:schemeClr val="tx2"/>
                </a:solidFill>
              </a:defRPr>
            </a:lvl1pPr>
          </a:lstStyle>
          <a:p>
            <a:endParaRPr lang="en-CA" dirty="0"/>
          </a:p>
        </p:txBody>
      </p:sp>
      <p:sp>
        <p:nvSpPr>
          <p:cNvPr id="9" name="Text Placeholder 12">
            <a:extLst>
              <a:ext uri="{FF2B5EF4-FFF2-40B4-BE49-F238E27FC236}">
                <a16:creationId xmlns:a16="http://schemas.microsoft.com/office/drawing/2014/main" id="{D0E4FF7D-C617-B74E-9EFF-416775D09138}"/>
              </a:ext>
            </a:extLst>
          </p:cNvPr>
          <p:cNvSpPr>
            <a:spLocks noGrp="1"/>
          </p:cNvSpPr>
          <p:nvPr>
            <p:ph type="body" sz="quarter" idx="14" hasCustomPrompt="1"/>
          </p:nvPr>
        </p:nvSpPr>
        <p:spPr>
          <a:xfrm>
            <a:off x="457200" y="4220625"/>
            <a:ext cx="6858000" cy="437052"/>
          </a:xfrm>
        </p:spPr>
        <p:txBody>
          <a:bodyPr>
            <a:normAutofit/>
          </a:bodyPr>
          <a:lstStyle>
            <a:lvl1pPr>
              <a:defRPr sz="1400" b="1">
                <a:solidFill>
                  <a:schemeClr val="tx2"/>
                </a:solidFill>
              </a:defRPr>
            </a:lvl1pPr>
          </a:lstStyle>
          <a:p>
            <a:pPr lvl="0"/>
            <a:r>
              <a:rPr lang="en-CA" noProof="0" dirty="0"/>
              <a:t>Name of group presenting</a:t>
            </a:r>
          </a:p>
        </p:txBody>
      </p:sp>
      <p:sp>
        <p:nvSpPr>
          <p:cNvPr id="8" name="Subtitle 2">
            <a:extLst>
              <a:ext uri="{FF2B5EF4-FFF2-40B4-BE49-F238E27FC236}">
                <a16:creationId xmlns:a16="http://schemas.microsoft.com/office/drawing/2014/main" id="{73774772-05C5-9F49-B3A7-FC3B3524CE23}"/>
              </a:ext>
            </a:extLst>
          </p:cNvPr>
          <p:cNvSpPr>
            <a:spLocks noGrp="1"/>
          </p:cNvSpPr>
          <p:nvPr>
            <p:ph type="subTitle" idx="1"/>
          </p:nvPr>
        </p:nvSpPr>
        <p:spPr>
          <a:xfrm>
            <a:off x="457200" y="1855240"/>
            <a:ext cx="4106585" cy="716510"/>
          </a:xfrm>
        </p:spPr>
        <p:txBody>
          <a:bodyPr>
            <a:normAutofit/>
          </a:bodyPr>
          <a:lstStyle>
            <a:lvl1pPr marL="0" indent="0" algn="l">
              <a:lnSpc>
                <a:spcPct val="90000"/>
              </a:lnSpc>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endParaRPr lang="en-CA" noProof="0" dirty="0"/>
          </a:p>
        </p:txBody>
      </p:sp>
      <p:sp>
        <p:nvSpPr>
          <p:cNvPr id="11" name="Picture Placeholder 10">
            <a:extLst>
              <a:ext uri="{FF2B5EF4-FFF2-40B4-BE49-F238E27FC236}">
                <a16:creationId xmlns:a16="http://schemas.microsoft.com/office/drawing/2014/main" id="{36AF0F93-1B93-2C4F-8864-AD274CF5BD09}"/>
              </a:ext>
            </a:extLst>
          </p:cNvPr>
          <p:cNvSpPr>
            <a:spLocks noGrp="1"/>
          </p:cNvSpPr>
          <p:nvPr>
            <p:ph type="pic" sz="quarter" idx="16"/>
          </p:nvPr>
        </p:nvSpPr>
        <p:spPr>
          <a:xfrm>
            <a:off x="0" y="0"/>
            <a:ext cx="9144000" cy="5143500"/>
          </a:xfrm>
          <a:custGeom>
            <a:avLst/>
            <a:gdLst>
              <a:gd name="connsiteX0" fmla="*/ 6813550 w 9144000"/>
              <a:gd name="connsiteY0" fmla="*/ 0 h 5143500"/>
              <a:gd name="connsiteX1" fmla="*/ 9144000 w 9144000"/>
              <a:gd name="connsiteY1" fmla="*/ 0 h 5143500"/>
              <a:gd name="connsiteX2" fmla="*/ 9144000 w 9144000"/>
              <a:gd name="connsiteY2" fmla="*/ 5143500 h 5143500"/>
              <a:gd name="connsiteX3" fmla="*/ 7099300 w 9144000"/>
              <a:gd name="connsiteY3" fmla="*/ 5143500 h 5143500"/>
              <a:gd name="connsiteX4" fmla="*/ 6813550 w 9144000"/>
              <a:gd name="connsiteY4" fmla="*/ 5143500 h 5143500"/>
              <a:gd name="connsiteX5" fmla="*/ 0 w 9144000"/>
              <a:gd name="connsiteY5" fmla="*/ 5143500 h 5143500"/>
              <a:gd name="connsiteX6" fmla="*/ 0 w 9144000"/>
              <a:gd name="connsiteY6" fmla="*/ 2228850 h 5143500"/>
              <a:gd name="connsiteX7" fmla="*/ 6813550 w 9144000"/>
              <a:gd name="connsiteY7" fmla="*/ 222885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6813550" y="0"/>
                </a:moveTo>
                <a:lnTo>
                  <a:pt x="9144000" y="0"/>
                </a:lnTo>
                <a:lnTo>
                  <a:pt x="9144000" y="5143500"/>
                </a:lnTo>
                <a:lnTo>
                  <a:pt x="7099300" y="5143500"/>
                </a:lnTo>
                <a:lnTo>
                  <a:pt x="6813550" y="5143500"/>
                </a:lnTo>
                <a:lnTo>
                  <a:pt x="0" y="5143500"/>
                </a:lnTo>
                <a:lnTo>
                  <a:pt x="0" y="2228850"/>
                </a:lnTo>
                <a:lnTo>
                  <a:pt x="6813550" y="2228850"/>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4156794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FB1205A-0CFF-A54F-A02A-B808E1E8F90A}"/>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350" noProof="0" dirty="0"/>
          </a:p>
        </p:txBody>
      </p:sp>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a:xfrm>
            <a:off x="457200" y="971550"/>
            <a:ext cx="7539135" cy="3314700"/>
          </a:xfrm>
        </p:spPr>
        <p:txBody>
          <a:bodyPr>
            <a:normAutofit/>
          </a:bodyPr>
          <a:lstStyle>
            <a:lvl1pPr>
              <a:defRPr sz="1800"/>
            </a:lvl1pPr>
            <a:lvl2pPr>
              <a:defRPr sz="1600"/>
            </a:lvl2pPr>
            <a:lvl3pPr>
              <a:defRPr sz="1400"/>
            </a:lvl3pPr>
            <a:lvl4pPr>
              <a:defRPr sz="1200"/>
            </a:lvl4pPr>
            <a:lvl5pPr>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7546086" cy="598535"/>
          </a:xfrm>
          <a:prstGeom prst="rect">
            <a:avLst/>
          </a:prstGeom>
        </p:spPr>
        <p:txBody>
          <a:bodyPr wrap="square" anchor="ctr">
            <a:normAutofit/>
          </a:bodyPr>
          <a:lstStyle>
            <a:lvl1pPr>
              <a:defRPr sz="2600"/>
            </a:lvl1pPr>
          </a:lstStyle>
          <a:p>
            <a:r>
              <a:rPr lang="en-US"/>
              <a:t>Click to edit Master title style</a:t>
            </a:r>
            <a:endParaRPr lang="en-CA" dirty="0"/>
          </a:p>
        </p:txBody>
      </p:sp>
      <p:sp>
        <p:nvSpPr>
          <p:cNvPr id="5" name="Footer Placeholder 4">
            <a:extLst>
              <a:ext uri="{FF2B5EF4-FFF2-40B4-BE49-F238E27FC236}">
                <a16:creationId xmlns:a16="http://schemas.microsoft.com/office/drawing/2014/main" id="{4EC25069-B70D-1741-AB74-7167DE32F7A3}"/>
              </a:ext>
            </a:extLst>
          </p:cNvPr>
          <p:cNvSpPr>
            <a:spLocks noGrp="1"/>
          </p:cNvSpPr>
          <p:nvPr>
            <p:ph type="ftr" sz="quarter" idx="15"/>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BE2C123B-F8C1-2943-A686-C06F0D26746C}"/>
              </a:ext>
            </a:extLst>
          </p:cNvPr>
          <p:cNvSpPr>
            <a:spLocks noGrp="1"/>
          </p:cNvSpPr>
          <p:nvPr>
            <p:ph type="sldNum" sz="quarter" idx="16"/>
          </p:nvPr>
        </p:nvSpPr>
        <p:spPr/>
        <p:txBody>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3469159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91C8994-2716-F944-AF68-EECC6229BBD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a:xfrm>
            <a:off x="457200" y="971550"/>
            <a:ext cx="7539135" cy="3314700"/>
          </a:xfrm>
        </p:spPr>
        <p:txBody>
          <a:bodyPr>
            <a:normAutofit/>
          </a:bodyPr>
          <a:lstStyle>
            <a:lvl1pPr>
              <a:spcBef>
                <a:spcPts val="0"/>
              </a:spcBef>
              <a:defRPr sz="1800"/>
            </a:lvl1pPr>
            <a:lvl2pPr>
              <a:spcBef>
                <a:spcPts val="0"/>
              </a:spcBef>
              <a:defRPr sz="1600"/>
            </a:lvl2pPr>
            <a:lvl3pPr>
              <a:defRPr sz="1400"/>
            </a:lvl3pPr>
            <a:lvl4pPr>
              <a:defRPr sz="1200"/>
            </a:lvl4pPr>
            <a:lvl5pPr>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5715000" cy="598535"/>
          </a:xfrm>
          <a:prstGeom prst="rect">
            <a:avLst/>
          </a:prstGeom>
        </p:spPr>
        <p:txBody>
          <a:bodyPr wrap="square" anchor="ctr">
            <a:normAutofit/>
          </a:bodyPr>
          <a:lstStyle/>
          <a:p>
            <a:r>
              <a:rPr lang="en-US"/>
              <a:t>Click to edit Master title style</a:t>
            </a:r>
            <a:endParaRPr lang="en-CA" dirty="0"/>
          </a:p>
        </p:txBody>
      </p:sp>
      <p:sp>
        <p:nvSpPr>
          <p:cNvPr id="6" name="Footer Placeholder 5">
            <a:extLst>
              <a:ext uri="{FF2B5EF4-FFF2-40B4-BE49-F238E27FC236}">
                <a16:creationId xmlns:a16="http://schemas.microsoft.com/office/drawing/2014/main" id="{6393C519-A1F8-804F-9510-DD15AE01A40F}"/>
              </a:ext>
            </a:extLst>
          </p:cNvPr>
          <p:cNvSpPr>
            <a:spLocks noGrp="1"/>
          </p:cNvSpPr>
          <p:nvPr>
            <p:ph type="ftr" sz="quarter" idx="15"/>
          </p:nvPr>
        </p:nvSpPr>
        <p:spPr>
          <a:xfrm>
            <a:off x="457200" y="4447689"/>
            <a:ext cx="7532060" cy="273844"/>
          </a:xfrm>
        </p:spPr>
        <p:txBody>
          <a:bodyPr>
            <a:normAutofit/>
          </a:bodyPr>
          <a:lstStyle/>
          <a:p>
            <a:endParaRPr lang="en-CA" dirty="0"/>
          </a:p>
        </p:txBody>
      </p:sp>
      <p:sp>
        <p:nvSpPr>
          <p:cNvPr id="8" name="Slide Number Placeholder 7">
            <a:extLst>
              <a:ext uri="{FF2B5EF4-FFF2-40B4-BE49-F238E27FC236}">
                <a16:creationId xmlns:a16="http://schemas.microsoft.com/office/drawing/2014/main" id="{5DB07897-22CF-8B43-B28F-2A5421B443CA}"/>
              </a:ext>
            </a:extLst>
          </p:cNvPr>
          <p:cNvSpPr>
            <a:spLocks noGrp="1"/>
          </p:cNvSpPr>
          <p:nvPr>
            <p:ph type="sldNum" sz="quarter" idx="16"/>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3412269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with Picture Background">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2B05238-DB85-534B-B770-7B2860A791F2}"/>
              </a:ext>
            </a:extLst>
          </p:cNvPr>
          <p:cNvSpPr>
            <a:spLocks noGrp="1"/>
          </p:cNvSpPr>
          <p:nvPr>
            <p:ph type="pic" sz="quarter" idx="15"/>
          </p:nvPr>
        </p:nvSpPr>
        <p:spPr>
          <a:xfrm>
            <a:off x="0" y="0"/>
            <a:ext cx="9144000" cy="5143500"/>
          </a:xfrm>
        </p:spPr>
        <p:txBody>
          <a:bodyPr/>
          <a:lstStyle/>
          <a:p>
            <a:r>
              <a:rPr lang="en-US"/>
              <a:t>Click icon to add picture</a:t>
            </a:r>
            <a:endParaRPr lang="en-CA"/>
          </a:p>
        </p:txBody>
      </p:sp>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57200" y="342900"/>
            <a:ext cx="7537420" cy="1451973"/>
          </a:xfrm>
          <a:prstGeom prst="rect">
            <a:avLst/>
          </a:prstGeom>
        </p:spPr>
        <p:txBody>
          <a:bodyPr wrap="square" anchor="b" anchorCtr="0">
            <a:normAutofit/>
          </a:bodyPr>
          <a:lstStyle>
            <a:lvl1pPr algn="l">
              <a:defRPr sz="3200">
                <a:solidFill>
                  <a:schemeClr val="bg1"/>
                </a:solidFill>
              </a:defRPr>
            </a:lvl1pPr>
          </a:lstStyle>
          <a:p>
            <a:r>
              <a:rPr lang="en-US"/>
              <a:t>Click to edit Master title style</a:t>
            </a:r>
            <a:endParaRPr lang="en-CA" dirty="0"/>
          </a:p>
        </p:txBody>
      </p:sp>
      <p:sp>
        <p:nvSpPr>
          <p:cNvPr id="28" name="Slide Number Placeholder 5">
            <a:extLst>
              <a:ext uri="{FF2B5EF4-FFF2-40B4-BE49-F238E27FC236}">
                <a16:creationId xmlns:a16="http://schemas.microsoft.com/office/drawing/2014/main" id="{EDF5B123-635A-824F-A1C8-09D2E819A8F2}"/>
              </a:ext>
            </a:extLst>
          </p:cNvPr>
          <p:cNvSpPr txBox="1">
            <a:spLocks/>
          </p:cNvSpPr>
          <p:nvPr/>
        </p:nvSpPr>
        <p:spPr>
          <a:xfrm>
            <a:off x="8382000" y="4711347"/>
            <a:ext cx="304800" cy="103541"/>
          </a:xfrm>
          <a:prstGeom prst="rect">
            <a:avLst/>
          </a:prstGeom>
        </p:spPr>
        <p:txBody>
          <a:bodyPr vert="horz" lIns="0" tIns="0" rIns="0" bIns="0" rtlCol="0" anchor="ctr">
            <a:normAutofit fontScale="77500" lnSpcReduction="20000"/>
          </a:bodyPr>
          <a:lstStyle>
            <a:defPPr>
              <a:defRPr lang="en-CA"/>
            </a:defPPr>
            <a:lvl1pPr marL="0" algn="r" defTabSz="914400" rtl="0" eaLnBrk="1" latinLnBrk="0" hangingPunct="1">
              <a:defRPr sz="10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sz="1000" dirty="0"/>
          </a:p>
        </p:txBody>
      </p:sp>
      <p:sp>
        <p:nvSpPr>
          <p:cNvPr id="10" name="Text Placeholder 12">
            <a:extLst>
              <a:ext uri="{FF2B5EF4-FFF2-40B4-BE49-F238E27FC236}">
                <a16:creationId xmlns:a16="http://schemas.microsoft.com/office/drawing/2014/main" id="{6CEE1036-0BEC-8540-B9BE-A19065A04DBA}"/>
              </a:ext>
            </a:extLst>
          </p:cNvPr>
          <p:cNvSpPr>
            <a:spLocks noGrp="1"/>
          </p:cNvSpPr>
          <p:nvPr>
            <p:ph type="body" sz="quarter" idx="14" hasCustomPrompt="1"/>
          </p:nvPr>
        </p:nvSpPr>
        <p:spPr>
          <a:xfrm>
            <a:off x="457200" y="4220625"/>
            <a:ext cx="6858000" cy="437052"/>
          </a:xfrm>
        </p:spPr>
        <p:txBody>
          <a:bodyPr>
            <a:normAutofit/>
          </a:bodyPr>
          <a:lstStyle>
            <a:lvl1pPr>
              <a:defRPr sz="1400" b="1">
                <a:solidFill>
                  <a:schemeClr val="tx2"/>
                </a:solidFill>
              </a:defRPr>
            </a:lvl1pPr>
          </a:lstStyle>
          <a:p>
            <a:pPr lvl="0"/>
            <a:r>
              <a:rPr lang="en-CA" noProof="0" dirty="0"/>
              <a:t>Name of group presenting</a:t>
            </a:r>
          </a:p>
        </p:txBody>
      </p:sp>
      <p:sp>
        <p:nvSpPr>
          <p:cNvPr id="14" name="Date Placeholder 3">
            <a:extLst>
              <a:ext uri="{FF2B5EF4-FFF2-40B4-BE49-F238E27FC236}">
                <a16:creationId xmlns:a16="http://schemas.microsoft.com/office/drawing/2014/main" id="{252E9875-189C-0347-9933-CB03E80FAA53}"/>
              </a:ext>
            </a:extLst>
          </p:cNvPr>
          <p:cNvSpPr>
            <a:spLocks noGrp="1"/>
          </p:cNvSpPr>
          <p:nvPr>
            <p:ph type="dt" sz="half" idx="10"/>
          </p:nvPr>
        </p:nvSpPr>
        <p:spPr>
          <a:xfrm>
            <a:off x="457200" y="4556077"/>
            <a:ext cx="2743200" cy="137160"/>
          </a:xfrm>
          <a:prstGeom prst="rect">
            <a:avLst/>
          </a:prstGeom>
        </p:spPr>
        <p:txBody>
          <a:bodyPr>
            <a:normAutofit/>
          </a:bodyPr>
          <a:lstStyle>
            <a:lvl1pPr>
              <a:defRPr>
                <a:solidFill>
                  <a:schemeClr val="tx2"/>
                </a:solidFill>
              </a:defRPr>
            </a:lvl1pPr>
          </a:lstStyle>
          <a:p>
            <a:endParaRPr lang="en-CA" dirty="0"/>
          </a:p>
        </p:txBody>
      </p:sp>
      <p:sp>
        <p:nvSpPr>
          <p:cNvPr id="9" name="Subtitle 2">
            <a:extLst>
              <a:ext uri="{FF2B5EF4-FFF2-40B4-BE49-F238E27FC236}">
                <a16:creationId xmlns:a16="http://schemas.microsoft.com/office/drawing/2014/main" id="{EADFE159-05E3-AA4A-9CBA-8D2D4ADF4091}"/>
              </a:ext>
            </a:extLst>
          </p:cNvPr>
          <p:cNvSpPr>
            <a:spLocks noGrp="1"/>
          </p:cNvSpPr>
          <p:nvPr>
            <p:ph type="subTitle" idx="1"/>
          </p:nvPr>
        </p:nvSpPr>
        <p:spPr>
          <a:xfrm>
            <a:off x="457200" y="1855240"/>
            <a:ext cx="4106585" cy="716510"/>
          </a:xfrm>
        </p:spPr>
        <p:txBody>
          <a:bodyPr>
            <a:normAutofit/>
          </a:bodyPr>
          <a:lstStyle>
            <a:lvl1pPr marL="0" indent="0" algn="l">
              <a:lnSpc>
                <a:spcPct val="90000"/>
              </a:lnSpc>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endParaRPr lang="en-CA" noProof="0" dirty="0"/>
          </a:p>
        </p:txBody>
      </p:sp>
      <p:sp>
        <p:nvSpPr>
          <p:cNvPr id="8" name="Picture Placeholder 7">
            <a:extLst>
              <a:ext uri="{FF2B5EF4-FFF2-40B4-BE49-F238E27FC236}">
                <a16:creationId xmlns:a16="http://schemas.microsoft.com/office/drawing/2014/main" id="{E5AEA27C-C38D-4C40-B0CA-41DAE8229703}"/>
              </a:ext>
            </a:extLst>
          </p:cNvPr>
          <p:cNvSpPr>
            <a:spLocks noGrp="1"/>
          </p:cNvSpPr>
          <p:nvPr>
            <p:ph type="pic" sz="quarter" idx="16"/>
          </p:nvPr>
        </p:nvSpPr>
        <p:spPr>
          <a:xfrm>
            <a:off x="0" y="0"/>
            <a:ext cx="9144000" cy="5143500"/>
          </a:xfrm>
          <a:custGeom>
            <a:avLst/>
            <a:gdLst>
              <a:gd name="connsiteX0" fmla="*/ 6813550 w 9144000"/>
              <a:gd name="connsiteY0" fmla="*/ 0 h 5143500"/>
              <a:gd name="connsiteX1" fmla="*/ 9144000 w 9144000"/>
              <a:gd name="connsiteY1" fmla="*/ 0 h 5143500"/>
              <a:gd name="connsiteX2" fmla="*/ 9144000 w 9144000"/>
              <a:gd name="connsiteY2" fmla="*/ 5143500 h 5143500"/>
              <a:gd name="connsiteX3" fmla="*/ 7099300 w 9144000"/>
              <a:gd name="connsiteY3" fmla="*/ 5143500 h 5143500"/>
              <a:gd name="connsiteX4" fmla="*/ 6813550 w 9144000"/>
              <a:gd name="connsiteY4" fmla="*/ 5143500 h 5143500"/>
              <a:gd name="connsiteX5" fmla="*/ 0 w 9144000"/>
              <a:gd name="connsiteY5" fmla="*/ 5143500 h 5143500"/>
              <a:gd name="connsiteX6" fmla="*/ 0 w 9144000"/>
              <a:gd name="connsiteY6" fmla="*/ 2228850 h 5143500"/>
              <a:gd name="connsiteX7" fmla="*/ 6813550 w 9144000"/>
              <a:gd name="connsiteY7" fmla="*/ 222885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6813550" y="0"/>
                </a:moveTo>
                <a:lnTo>
                  <a:pt x="9144000" y="0"/>
                </a:lnTo>
                <a:lnTo>
                  <a:pt x="9144000" y="5143500"/>
                </a:lnTo>
                <a:lnTo>
                  <a:pt x="7099300" y="5143500"/>
                </a:lnTo>
                <a:lnTo>
                  <a:pt x="6813550" y="5143500"/>
                </a:lnTo>
                <a:lnTo>
                  <a:pt x="0" y="5143500"/>
                </a:lnTo>
                <a:lnTo>
                  <a:pt x="0" y="2228850"/>
                </a:lnTo>
                <a:lnTo>
                  <a:pt x="6813550" y="2228850"/>
                </a:lnTo>
                <a:close/>
              </a:path>
            </a:pathLst>
          </a:custGeom>
        </p:spPr>
        <p:txBody>
          <a:bodyPr wrap="square">
            <a:noAutofit/>
          </a:bodyPr>
          <a:lstStyle>
            <a:lvl1pPr algn="r">
              <a:defRPr/>
            </a:lvl1pPr>
          </a:lstStyle>
          <a:p>
            <a:r>
              <a:rPr lang="en-US"/>
              <a:t>Click icon to add picture</a:t>
            </a:r>
          </a:p>
        </p:txBody>
      </p:sp>
    </p:spTree>
    <p:extLst>
      <p:ext uri="{BB962C8B-B14F-4D97-AF65-F5344CB8AC3E}">
        <p14:creationId xmlns:p14="http://schemas.microsoft.com/office/powerpoint/2010/main" val="541552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with Picture Background">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037886E-3F85-9D4A-90B1-DBB98B5BBACA}"/>
              </a:ext>
            </a:extLst>
          </p:cNvPr>
          <p:cNvSpPr>
            <a:spLocks noGrp="1"/>
          </p:cNvSpPr>
          <p:nvPr>
            <p:ph type="pic" sz="quarter" idx="15"/>
          </p:nvPr>
        </p:nvSpPr>
        <p:spPr>
          <a:xfrm>
            <a:off x="0" y="0"/>
            <a:ext cx="9144000" cy="5143500"/>
          </a:xfrm>
        </p:spPr>
        <p:txBody>
          <a:bodyPr/>
          <a:lstStyle/>
          <a:p>
            <a:r>
              <a:rPr lang="en-US"/>
              <a:t>Click icon to add picture</a:t>
            </a:r>
            <a:endParaRPr lang="en-CA"/>
          </a:p>
        </p:txBody>
      </p:sp>
      <p:sp>
        <p:nvSpPr>
          <p:cNvPr id="28" name="Slide Number Placeholder 5">
            <a:extLst>
              <a:ext uri="{FF2B5EF4-FFF2-40B4-BE49-F238E27FC236}">
                <a16:creationId xmlns:a16="http://schemas.microsoft.com/office/drawing/2014/main" id="{EDF5B123-635A-824F-A1C8-09D2E819A8F2}"/>
              </a:ext>
            </a:extLst>
          </p:cNvPr>
          <p:cNvSpPr txBox="1">
            <a:spLocks/>
          </p:cNvSpPr>
          <p:nvPr/>
        </p:nvSpPr>
        <p:spPr>
          <a:xfrm>
            <a:off x="8312844" y="4711347"/>
            <a:ext cx="304800" cy="103541"/>
          </a:xfrm>
          <a:prstGeom prst="rect">
            <a:avLst/>
          </a:prstGeom>
        </p:spPr>
        <p:txBody>
          <a:bodyPr vert="horz" lIns="0" tIns="0" rIns="0" bIns="0" rtlCol="0" anchor="ctr">
            <a:normAutofit fontScale="77500" lnSpcReduction="20000"/>
          </a:bodyPr>
          <a:lstStyle>
            <a:defPPr>
              <a:defRPr lang="en-CA"/>
            </a:defPPr>
            <a:lvl1pPr marL="0" algn="r" defTabSz="914400" rtl="0" eaLnBrk="1" latinLnBrk="0" hangingPunct="1">
              <a:defRPr sz="10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sz="1000" dirty="0"/>
          </a:p>
        </p:txBody>
      </p:sp>
      <p:sp>
        <p:nvSpPr>
          <p:cNvPr id="10" name="Text Placeholder 12">
            <a:extLst>
              <a:ext uri="{FF2B5EF4-FFF2-40B4-BE49-F238E27FC236}">
                <a16:creationId xmlns:a16="http://schemas.microsoft.com/office/drawing/2014/main" id="{6CEE1036-0BEC-8540-B9BE-A19065A04DBA}"/>
              </a:ext>
            </a:extLst>
          </p:cNvPr>
          <p:cNvSpPr>
            <a:spLocks noGrp="1"/>
          </p:cNvSpPr>
          <p:nvPr>
            <p:ph type="body" sz="quarter" idx="14" hasCustomPrompt="1"/>
          </p:nvPr>
        </p:nvSpPr>
        <p:spPr>
          <a:xfrm>
            <a:off x="457200" y="4220625"/>
            <a:ext cx="6858000" cy="437052"/>
          </a:xfrm>
        </p:spPr>
        <p:txBody>
          <a:bodyPr>
            <a:normAutofit/>
          </a:bodyPr>
          <a:lstStyle>
            <a:lvl1pPr>
              <a:defRPr sz="1400" b="1">
                <a:solidFill>
                  <a:schemeClr val="bg1"/>
                </a:solidFill>
              </a:defRPr>
            </a:lvl1pPr>
          </a:lstStyle>
          <a:p>
            <a:pPr lvl="0"/>
            <a:r>
              <a:rPr lang="en-CA" noProof="0" dirty="0"/>
              <a:t>Name of group presenting</a:t>
            </a:r>
          </a:p>
        </p:txBody>
      </p:sp>
      <p:sp>
        <p:nvSpPr>
          <p:cNvPr id="13" name="Date Placeholder 3">
            <a:extLst>
              <a:ext uri="{FF2B5EF4-FFF2-40B4-BE49-F238E27FC236}">
                <a16:creationId xmlns:a16="http://schemas.microsoft.com/office/drawing/2014/main" id="{EFE0719B-EDA7-9E41-A18E-340D9E77BBE1}"/>
              </a:ext>
            </a:extLst>
          </p:cNvPr>
          <p:cNvSpPr>
            <a:spLocks noGrp="1"/>
          </p:cNvSpPr>
          <p:nvPr>
            <p:ph type="dt" sz="half" idx="10"/>
          </p:nvPr>
        </p:nvSpPr>
        <p:spPr>
          <a:xfrm>
            <a:off x="457200" y="4568777"/>
            <a:ext cx="2743200" cy="137160"/>
          </a:xfrm>
          <a:prstGeom prst="rect">
            <a:avLst/>
          </a:prstGeom>
        </p:spPr>
        <p:txBody>
          <a:bodyPr>
            <a:normAutofit/>
          </a:bodyPr>
          <a:lstStyle>
            <a:lvl1pPr>
              <a:defRPr>
                <a:solidFill>
                  <a:schemeClr val="bg1"/>
                </a:solidFill>
              </a:defRPr>
            </a:lvl1pPr>
          </a:lstStyle>
          <a:p>
            <a:endParaRPr lang="en-CA" dirty="0"/>
          </a:p>
        </p:txBody>
      </p:sp>
      <p:sp>
        <p:nvSpPr>
          <p:cNvPr id="9" name="Subtitle 2">
            <a:extLst>
              <a:ext uri="{FF2B5EF4-FFF2-40B4-BE49-F238E27FC236}">
                <a16:creationId xmlns:a16="http://schemas.microsoft.com/office/drawing/2014/main" id="{9D31F74E-D031-404A-B712-54C8A1D6F172}"/>
              </a:ext>
            </a:extLst>
          </p:cNvPr>
          <p:cNvSpPr>
            <a:spLocks noGrp="1"/>
          </p:cNvSpPr>
          <p:nvPr>
            <p:ph type="subTitle" idx="1"/>
          </p:nvPr>
        </p:nvSpPr>
        <p:spPr>
          <a:xfrm>
            <a:off x="457200" y="1855240"/>
            <a:ext cx="4106585" cy="716510"/>
          </a:xfrm>
        </p:spPr>
        <p:txBody>
          <a:bodyPr>
            <a:normAutofit/>
          </a:bodyPr>
          <a:lstStyle>
            <a:lvl1pPr marL="0" indent="0" algn="l">
              <a:lnSpc>
                <a:spcPct val="90000"/>
              </a:lnSpc>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endParaRPr lang="en-CA" noProof="0" dirty="0"/>
          </a:p>
        </p:txBody>
      </p:sp>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57200" y="342900"/>
            <a:ext cx="7537420" cy="1451973"/>
          </a:xfrm>
          <a:prstGeom prst="rect">
            <a:avLst/>
          </a:prstGeom>
        </p:spPr>
        <p:txBody>
          <a:bodyPr wrap="square" anchor="b" anchorCtr="0">
            <a:normAutofit/>
          </a:bodyPr>
          <a:lstStyle>
            <a:lvl1pPr algn="l">
              <a:defRPr sz="3200">
                <a:solidFill>
                  <a:schemeClr val="bg1"/>
                </a:solidFill>
              </a:defRPr>
            </a:lvl1pPr>
          </a:lstStyle>
          <a:p>
            <a:r>
              <a:rPr lang="en-US"/>
              <a:t>Click to edit Master title style</a:t>
            </a:r>
            <a:endParaRPr lang="en-CA" dirty="0"/>
          </a:p>
        </p:txBody>
      </p:sp>
      <p:sp>
        <p:nvSpPr>
          <p:cNvPr id="8" name="Picture Placeholder 7">
            <a:extLst>
              <a:ext uri="{FF2B5EF4-FFF2-40B4-BE49-F238E27FC236}">
                <a16:creationId xmlns:a16="http://schemas.microsoft.com/office/drawing/2014/main" id="{0C5CDE80-1656-D149-89E7-4C201741E683}"/>
              </a:ext>
            </a:extLst>
          </p:cNvPr>
          <p:cNvSpPr>
            <a:spLocks noGrp="1"/>
          </p:cNvSpPr>
          <p:nvPr>
            <p:ph type="pic" sz="quarter" idx="16"/>
          </p:nvPr>
        </p:nvSpPr>
        <p:spPr>
          <a:xfrm>
            <a:off x="0" y="0"/>
            <a:ext cx="9144000" cy="5143500"/>
          </a:xfrm>
          <a:custGeom>
            <a:avLst/>
            <a:gdLst>
              <a:gd name="connsiteX0" fmla="*/ 6813550 w 9144000"/>
              <a:gd name="connsiteY0" fmla="*/ 0 h 5143500"/>
              <a:gd name="connsiteX1" fmla="*/ 9144000 w 9144000"/>
              <a:gd name="connsiteY1" fmla="*/ 0 h 5143500"/>
              <a:gd name="connsiteX2" fmla="*/ 9144000 w 9144000"/>
              <a:gd name="connsiteY2" fmla="*/ 5143500 h 5143500"/>
              <a:gd name="connsiteX3" fmla="*/ 7099300 w 9144000"/>
              <a:gd name="connsiteY3" fmla="*/ 5143500 h 5143500"/>
              <a:gd name="connsiteX4" fmla="*/ 6813550 w 9144000"/>
              <a:gd name="connsiteY4" fmla="*/ 5143500 h 5143500"/>
              <a:gd name="connsiteX5" fmla="*/ 0 w 9144000"/>
              <a:gd name="connsiteY5" fmla="*/ 5143500 h 5143500"/>
              <a:gd name="connsiteX6" fmla="*/ 0 w 9144000"/>
              <a:gd name="connsiteY6" fmla="*/ 2228850 h 5143500"/>
              <a:gd name="connsiteX7" fmla="*/ 6813550 w 9144000"/>
              <a:gd name="connsiteY7" fmla="*/ 222885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6813550" y="0"/>
                </a:moveTo>
                <a:lnTo>
                  <a:pt x="9144000" y="0"/>
                </a:lnTo>
                <a:lnTo>
                  <a:pt x="9144000" y="5143500"/>
                </a:lnTo>
                <a:lnTo>
                  <a:pt x="7099300" y="5143500"/>
                </a:lnTo>
                <a:lnTo>
                  <a:pt x="6813550" y="5143500"/>
                </a:lnTo>
                <a:lnTo>
                  <a:pt x="0" y="5143500"/>
                </a:lnTo>
                <a:lnTo>
                  <a:pt x="0" y="2228850"/>
                </a:lnTo>
                <a:lnTo>
                  <a:pt x="6813550" y="2228850"/>
                </a:lnTo>
                <a:close/>
              </a:path>
            </a:pathLst>
          </a:custGeom>
        </p:spPr>
        <p:txBody>
          <a:bodyPr wrap="square">
            <a:noAutofit/>
          </a:bodyPr>
          <a:lstStyle>
            <a:lvl1pPr algn="r">
              <a:defRPr/>
            </a:lvl1pPr>
          </a:lstStyle>
          <a:p>
            <a:r>
              <a:rPr lang="en-US"/>
              <a:t>Click icon to add picture</a:t>
            </a:r>
          </a:p>
        </p:txBody>
      </p:sp>
    </p:spTree>
    <p:extLst>
      <p:ext uri="{BB962C8B-B14F-4D97-AF65-F5344CB8AC3E}">
        <p14:creationId xmlns:p14="http://schemas.microsoft.com/office/powerpoint/2010/main" val="3608223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with Picture Backgroun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7704FDF-EFD8-6C4F-95E6-D44C3EF05848}"/>
              </a:ext>
            </a:extLst>
          </p:cNvPr>
          <p:cNvSpPr/>
          <p:nvPr userDrawn="1"/>
        </p:nvSpPr>
        <p:spPr>
          <a:xfrm>
            <a:off x="0" y="2571750"/>
            <a:ext cx="9144000" cy="257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Date Placeholder 3">
            <a:extLst>
              <a:ext uri="{FF2B5EF4-FFF2-40B4-BE49-F238E27FC236}">
                <a16:creationId xmlns:a16="http://schemas.microsoft.com/office/drawing/2014/main" id="{EFE0719B-EDA7-9E41-A18E-340D9E77BBE1}"/>
              </a:ext>
            </a:extLst>
          </p:cNvPr>
          <p:cNvSpPr>
            <a:spLocks noGrp="1"/>
          </p:cNvSpPr>
          <p:nvPr>
            <p:ph type="dt" sz="half" idx="10"/>
          </p:nvPr>
        </p:nvSpPr>
        <p:spPr>
          <a:xfrm>
            <a:off x="457200" y="4568777"/>
            <a:ext cx="2743200" cy="137160"/>
          </a:xfrm>
          <a:prstGeom prst="rect">
            <a:avLst/>
          </a:prstGeom>
        </p:spPr>
        <p:txBody>
          <a:bodyPr>
            <a:normAutofit/>
          </a:bodyPr>
          <a:lstStyle>
            <a:lvl1pPr>
              <a:defRPr>
                <a:solidFill>
                  <a:schemeClr val="tx2"/>
                </a:solidFill>
              </a:defRPr>
            </a:lvl1pPr>
          </a:lstStyle>
          <a:p>
            <a:endParaRPr lang="en-CA" dirty="0"/>
          </a:p>
        </p:txBody>
      </p:sp>
      <p:sp>
        <p:nvSpPr>
          <p:cNvPr id="28" name="Slide Number Placeholder 5">
            <a:extLst>
              <a:ext uri="{FF2B5EF4-FFF2-40B4-BE49-F238E27FC236}">
                <a16:creationId xmlns:a16="http://schemas.microsoft.com/office/drawing/2014/main" id="{EDF5B123-635A-824F-A1C8-09D2E819A8F2}"/>
              </a:ext>
            </a:extLst>
          </p:cNvPr>
          <p:cNvSpPr txBox="1">
            <a:spLocks/>
          </p:cNvSpPr>
          <p:nvPr/>
        </p:nvSpPr>
        <p:spPr>
          <a:xfrm>
            <a:off x="8312844" y="4711347"/>
            <a:ext cx="304800" cy="103541"/>
          </a:xfrm>
          <a:prstGeom prst="rect">
            <a:avLst/>
          </a:prstGeom>
        </p:spPr>
        <p:txBody>
          <a:bodyPr vert="horz" lIns="0" tIns="0" rIns="0" bIns="0" rtlCol="0" anchor="ctr">
            <a:normAutofit fontScale="77500" lnSpcReduction="20000"/>
          </a:bodyPr>
          <a:lstStyle>
            <a:defPPr>
              <a:defRPr lang="en-CA"/>
            </a:defPPr>
            <a:lvl1pPr marL="0" algn="r" defTabSz="914400" rtl="0" eaLnBrk="1" latinLnBrk="0" hangingPunct="1">
              <a:defRPr sz="1000"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sz="1000" dirty="0"/>
          </a:p>
        </p:txBody>
      </p:sp>
      <p:sp>
        <p:nvSpPr>
          <p:cNvPr id="10" name="Text Placeholder 12">
            <a:extLst>
              <a:ext uri="{FF2B5EF4-FFF2-40B4-BE49-F238E27FC236}">
                <a16:creationId xmlns:a16="http://schemas.microsoft.com/office/drawing/2014/main" id="{6CEE1036-0BEC-8540-B9BE-A19065A04DBA}"/>
              </a:ext>
            </a:extLst>
          </p:cNvPr>
          <p:cNvSpPr>
            <a:spLocks noGrp="1"/>
          </p:cNvSpPr>
          <p:nvPr>
            <p:ph type="body" sz="quarter" idx="14" hasCustomPrompt="1"/>
          </p:nvPr>
        </p:nvSpPr>
        <p:spPr>
          <a:xfrm>
            <a:off x="457200" y="4220625"/>
            <a:ext cx="6858000" cy="437052"/>
          </a:xfrm>
        </p:spPr>
        <p:txBody>
          <a:bodyPr>
            <a:normAutofit/>
          </a:bodyPr>
          <a:lstStyle>
            <a:lvl1pPr>
              <a:defRPr sz="1400" b="1">
                <a:solidFill>
                  <a:schemeClr val="tx2"/>
                </a:solidFill>
              </a:defRPr>
            </a:lvl1pPr>
          </a:lstStyle>
          <a:p>
            <a:pPr lvl="0"/>
            <a:r>
              <a:rPr lang="en-CA" noProof="0" dirty="0"/>
              <a:t>Name of group presenting</a:t>
            </a:r>
          </a:p>
        </p:txBody>
      </p:sp>
      <p:sp>
        <p:nvSpPr>
          <p:cNvPr id="9" name="Subtitle 2">
            <a:extLst>
              <a:ext uri="{FF2B5EF4-FFF2-40B4-BE49-F238E27FC236}">
                <a16:creationId xmlns:a16="http://schemas.microsoft.com/office/drawing/2014/main" id="{9D31F74E-D031-404A-B712-54C8A1D6F172}"/>
              </a:ext>
            </a:extLst>
          </p:cNvPr>
          <p:cNvSpPr>
            <a:spLocks noGrp="1"/>
          </p:cNvSpPr>
          <p:nvPr>
            <p:ph type="subTitle" idx="1"/>
          </p:nvPr>
        </p:nvSpPr>
        <p:spPr>
          <a:xfrm>
            <a:off x="457200" y="3702264"/>
            <a:ext cx="6858000" cy="583986"/>
          </a:xfrm>
        </p:spPr>
        <p:txBody>
          <a:bodyPr>
            <a:normAutofit/>
          </a:bodyPr>
          <a:lstStyle>
            <a:lvl1pPr marL="0" indent="0" algn="l">
              <a:lnSpc>
                <a:spcPct val="90000"/>
              </a:lnSpc>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endParaRPr lang="en-CA" noProof="0" dirty="0"/>
          </a:p>
        </p:txBody>
      </p:sp>
      <p:sp>
        <p:nvSpPr>
          <p:cNvPr id="2" name="Title 1">
            <a:extLst>
              <a:ext uri="{FF2B5EF4-FFF2-40B4-BE49-F238E27FC236}">
                <a16:creationId xmlns:a16="http://schemas.microsoft.com/office/drawing/2014/main" id="{885D8042-2A28-4C49-8368-0CD7FDB3F173}"/>
              </a:ext>
            </a:extLst>
          </p:cNvPr>
          <p:cNvSpPr>
            <a:spLocks noGrp="1"/>
          </p:cNvSpPr>
          <p:nvPr>
            <p:ph type="ctrTitle"/>
          </p:nvPr>
        </p:nvSpPr>
        <p:spPr>
          <a:xfrm>
            <a:off x="457200" y="2854620"/>
            <a:ext cx="6858000" cy="755436"/>
          </a:xfrm>
          <a:prstGeom prst="rect">
            <a:avLst/>
          </a:prstGeom>
        </p:spPr>
        <p:txBody>
          <a:bodyPr wrap="square" anchor="b" anchorCtr="0">
            <a:normAutofit/>
          </a:bodyPr>
          <a:lstStyle>
            <a:lvl1pPr algn="l">
              <a:defRPr sz="3200">
                <a:solidFill>
                  <a:schemeClr val="tx2"/>
                </a:solidFill>
              </a:defRPr>
            </a:lvl1pPr>
          </a:lstStyle>
          <a:p>
            <a:r>
              <a:rPr lang="en-US"/>
              <a:t>Click to edit Master title style</a:t>
            </a:r>
            <a:endParaRPr lang="en-CA" dirty="0"/>
          </a:p>
        </p:txBody>
      </p:sp>
      <p:sp>
        <p:nvSpPr>
          <p:cNvPr id="5" name="Picture Placeholder 4">
            <a:extLst>
              <a:ext uri="{FF2B5EF4-FFF2-40B4-BE49-F238E27FC236}">
                <a16:creationId xmlns:a16="http://schemas.microsoft.com/office/drawing/2014/main" id="{F81AE0C3-CDB1-8842-9C13-36ABC33D019E}"/>
              </a:ext>
            </a:extLst>
          </p:cNvPr>
          <p:cNvSpPr>
            <a:spLocks noGrp="1"/>
          </p:cNvSpPr>
          <p:nvPr>
            <p:ph type="pic" sz="quarter" idx="15"/>
          </p:nvPr>
        </p:nvSpPr>
        <p:spPr>
          <a:xfrm>
            <a:off x="0" y="0"/>
            <a:ext cx="9144000" cy="2571750"/>
          </a:xfrm>
        </p:spPr>
        <p:txBody>
          <a:bodyPr/>
          <a:lstStyle/>
          <a:p>
            <a:r>
              <a:rPr lang="en-US"/>
              <a:t>Click icon to add picture</a:t>
            </a:r>
            <a:endParaRPr lang="en-CA"/>
          </a:p>
        </p:txBody>
      </p:sp>
      <p:sp>
        <p:nvSpPr>
          <p:cNvPr id="11" name="Picture Placeholder 10">
            <a:extLst>
              <a:ext uri="{FF2B5EF4-FFF2-40B4-BE49-F238E27FC236}">
                <a16:creationId xmlns:a16="http://schemas.microsoft.com/office/drawing/2014/main" id="{4E360C76-8F2B-CC46-9160-C3679EE99E3C}"/>
              </a:ext>
            </a:extLst>
          </p:cNvPr>
          <p:cNvSpPr>
            <a:spLocks noGrp="1"/>
          </p:cNvSpPr>
          <p:nvPr>
            <p:ph type="pic" sz="quarter" idx="16"/>
          </p:nvPr>
        </p:nvSpPr>
        <p:spPr>
          <a:xfrm>
            <a:off x="0" y="0"/>
            <a:ext cx="9144000" cy="5143500"/>
          </a:xfrm>
          <a:custGeom>
            <a:avLst/>
            <a:gdLst>
              <a:gd name="connsiteX0" fmla="*/ 6813550 w 9144000"/>
              <a:gd name="connsiteY0" fmla="*/ 0 h 5143500"/>
              <a:gd name="connsiteX1" fmla="*/ 9144000 w 9144000"/>
              <a:gd name="connsiteY1" fmla="*/ 0 h 5143500"/>
              <a:gd name="connsiteX2" fmla="*/ 9144000 w 9144000"/>
              <a:gd name="connsiteY2" fmla="*/ 5143500 h 5143500"/>
              <a:gd name="connsiteX3" fmla="*/ 7099300 w 9144000"/>
              <a:gd name="connsiteY3" fmla="*/ 5143500 h 5143500"/>
              <a:gd name="connsiteX4" fmla="*/ 6813550 w 9144000"/>
              <a:gd name="connsiteY4" fmla="*/ 5143500 h 5143500"/>
              <a:gd name="connsiteX5" fmla="*/ 0 w 9144000"/>
              <a:gd name="connsiteY5" fmla="*/ 5143500 h 5143500"/>
              <a:gd name="connsiteX6" fmla="*/ 0 w 9144000"/>
              <a:gd name="connsiteY6" fmla="*/ 2228850 h 5143500"/>
              <a:gd name="connsiteX7" fmla="*/ 6813550 w 9144000"/>
              <a:gd name="connsiteY7" fmla="*/ 222885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6813550" y="0"/>
                </a:moveTo>
                <a:lnTo>
                  <a:pt x="9144000" y="0"/>
                </a:lnTo>
                <a:lnTo>
                  <a:pt x="9144000" y="5143500"/>
                </a:lnTo>
                <a:lnTo>
                  <a:pt x="7099300" y="5143500"/>
                </a:lnTo>
                <a:lnTo>
                  <a:pt x="6813550" y="5143500"/>
                </a:lnTo>
                <a:lnTo>
                  <a:pt x="0" y="5143500"/>
                </a:lnTo>
                <a:lnTo>
                  <a:pt x="0" y="2228850"/>
                </a:lnTo>
                <a:lnTo>
                  <a:pt x="6813550" y="2228850"/>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845815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Title Slide Board Presentatio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D037AA-1780-E141-A2BB-B232789FB12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9144000" cy="5143500"/>
          </a:xfrm>
          <a:prstGeom prst="rect">
            <a:avLst/>
          </a:prstGeom>
        </p:spPr>
      </p:pic>
      <p:sp>
        <p:nvSpPr>
          <p:cNvPr id="9" name="Text Placeholder 8">
            <a:extLst>
              <a:ext uri="{FF2B5EF4-FFF2-40B4-BE49-F238E27FC236}">
                <a16:creationId xmlns:a16="http://schemas.microsoft.com/office/drawing/2014/main" id="{6361E2B9-D7C8-C746-B817-BEFC43A4D399}"/>
              </a:ext>
            </a:extLst>
          </p:cNvPr>
          <p:cNvSpPr>
            <a:spLocks noGrp="1"/>
          </p:cNvSpPr>
          <p:nvPr>
            <p:ph type="body" sz="quarter" idx="16" hasCustomPrompt="1"/>
          </p:nvPr>
        </p:nvSpPr>
        <p:spPr>
          <a:xfrm>
            <a:off x="457200" y="4220625"/>
            <a:ext cx="7223942" cy="246387"/>
          </a:xfrm>
        </p:spPr>
        <p:txBody>
          <a:bodyPr>
            <a:noAutofit/>
          </a:bodyPr>
          <a:lstStyle>
            <a:lvl1pPr marL="0" indent="0" algn="l" defTabSz="914377" rtl="0" eaLnBrk="1" latinLnBrk="0" hangingPunct="1">
              <a:lnSpc>
                <a:spcPct val="120000"/>
              </a:lnSpc>
              <a:spcBef>
                <a:spcPts val="0"/>
              </a:spcBef>
              <a:spcAft>
                <a:spcPts val="800"/>
              </a:spcAft>
              <a:buFontTx/>
              <a:buNone/>
              <a:defRPr lang="en-US" sz="1400" b="0" kern="1200" dirty="0">
                <a:solidFill>
                  <a:schemeClr val="tx2"/>
                </a:solidFill>
                <a:latin typeface="+mn-lt"/>
                <a:ea typeface="+mn-ea"/>
                <a:cs typeface="+mn-cs"/>
              </a:defRPr>
            </a:lvl1pPr>
          </a:lstStyle>
          <a:p>
            <a:pPr marL="0" lvl="0" indent="0" algn="l" defTabSz="914377" rtl="0" eaLnBrk="1" latinLnBrk="0" hangingPunct="1">
              <a:lnSpc>
                <a:spcPct val="120000"/>
              </a:lnSpc>
              <a:spcBef>
                <a:spcPts val="0"/>
              </a:spcBef>
              <a:spcAft>
                <a:spcPts val="800"/>
              </a:spcAft>
              <a:buFontTx/>
              <a:buNone/>
            </a:pPr>
            <a:r>
              <a:rPr lang="en-US" b="1" dirty="0"/>
              <a:t>Add Board or Committee name here (Bold) </a:t>
            </a:r>
            <a:r>
              <a:rPr lang="en-US" dirty="0"/>
              <a:t>– add date here: Month, date, year (not bold) </a:t>
            </a:r>
          </a:p>
        </p:txBody>
      </p:sp>
      <p:sp>
        <p:nvSpPr>
          <p:cNvPr id="11" name="Text Placeholder 7">
            <a:extLst>
              <a:ext uri="{FF2B5EF4-FFF2-40B4-BE49-F238E27FC236}">
                <a16:creationId xmlns:a16="http://schemas.microsoft.com/office/drawing/2014/main" id="{537E6902-AE8C-C649-BED7-F4602136D281}"/>
              </a:ext>
            </a:extLst>
          </p:cNvPr>
          <p:cNvSpPr>
            <a:spLocks noGrp="1"/>
          </p:cNvSpPr>
          <p:nvPr>
            <p:ph type="body" sz="quarter" idx="15" hasCustomPrompt="1"/>
          </p:nvPr>
        </p:nvSpPr>
        <p:spPr>
          <a:xfrm>
            <a:off x="457200" y="4483249"/>
            <a:ext cx="7217448" cy="255587"/>
          </a:xfrm>
        </p:spPr>
        <p:txBody>
          <a:bodyPr>
            <a:normAutofit/>
          </a:bodyPr>
          <a:lstStyle>
            <a:lvl1pPr>
              <a:defRPr sz="1050">
                <a:solidFill>
                  <a:schemeClr val="tx2"/>
                </a:solidFill>
              </a:defRPr>
            </a:lvl1pPr>
          </a:lstStyle>
          <a:p>
            <a:r>
              <a:rPr lang="en-US" dirty="0"/>
              <a:t>Add name of the group(s) providing the presentation here</a:t>
            </a:r>
          </a:p>
        </p:txBody>
      </p:sp>
      <p:sp>
        <p:nvSpPr>
          <p:cNvPr id="2" name="Title 1">
            <a:extLst>
              <a:ext uri="{FF2B5EF4-FFF2-40B4-BE49-F238E27FC236}">
                <a16:creationId xmlns:a16="http://schemas.microsoft.com/office/drawing/2014/main" id="{885D8042-2A28-4C49-8368-0CD7FDB3F173}"/>
              </a:ext>
            </a:extLst>
          </p:cNvPr>
          <p:cNvSpPr>
            <a:spLocks noGrp="1"/>
          </p:cNvSpPr>
          <p:nvPr>
            <p:ph type="ctrTitle" hasCustomPrompt="1"/>
          </p:nvPr>
        </p:nvSpPr>
        <p:spPr>
          <a:xfrm>
            <a:off x="457200" y="342900"/>
            <a:ext cx="7535586" cy="1451973"/>
          </a:xfrm>
          <a:prstGeom prst="rect">
            <a:avLst/>
          </a:prstGeom>
        </p:spPr>
        <p:txBody>
          <a:bodyPr wrap="square" anchor="b" anchorCtr="0">
            <a:normAutofit/>
          </a:bodyPr>
          <a:lstStyle>
            <a:lvl1pPr algn="l">
              <a:defRPr sz="3200">
                <a:solidFill>
                  <a:schemeClr val="tx2"/>
                </a:solidFill>
              </a:defRPr>
            </a:lvl1pPr>
          </a:lstStyle>
          <a:p>
            <a:r>
              <a:rPr lang="en-US" dirty="0"/>
              <a:t>Title slide – MUST be used </a:t>
            </a:r>
            <a:br>
              <a:rPr lang="en-US" dirty="0"/>
            </a:br>
            <a:r>
              <a:rPr lang="en-US" dirty="0"/>
              <a:t>for all Board presentations</a:t>
            </a:r>
            <a:endParaRPr lang="en-CA" noProof="0" dirty="0"/>
          </a:p>
        </p:txBody>
      </p:sp>
      <p:sp>
        <p:nvSpPr>
          <p:cNvPr id="12" name="Subtitle 2">
            <a:extLst>
              <a:ext uri="{FF2B5EF4-FFF2-40B4-BE49-F238E27FC236}">
                <a16:creationId xmlns:a16="http://schemas.microsoft.com/office/drawing/2014/main" id="{018930AD-9356-FE49-8D93-AA99C0F26325}"/>
              </a:ext>
            </a:extLst>
          </p:cNvPr>
          <p:cNvSpPr>
            <a:spLocks noGrp="1"/>
          </p:cNvSpPr>
          <p:nvPr>
            <p:ph type="subTitle" idx="1"/>
          </p:nvPr>
        </p:nvSpPr>
        <p:spPr>
          <a:xfrm>
            <a:off x="457200" y="1855240"/>
            <a:ext cx="4106585" cy="716510"/>
          </a:xfrm>
        </p:spPr>
        <p:txBody>
          <a:bodyPr>
            <a:normAutofit/>
          </a:bodyPr>
          <a:lstStyle>
            <a:lvl1pPr marL="0" indent="0" algn="l">
              <a:lnSpc>
                <a:spcPct val="90000"/>
              </a:lnSpc>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endParaRPr lang="en-CA" noProof="0" dirty="0"/>
          </a:p>
        </p:txBody>
      </p:sp>
    </p:spTree>
    <p:extLst>
      <p:ext uri="{BB962C8B-B14F-4D97-AF65-F5344CB8AC3E}">
        <p14:creationId xmlns:p14="http://schemas.microsoft.com/office/powerpoint/2010/main" val="2698851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Section Slide">
    <p:bg>
      <p:bgPr>
        <a:solidFill>
          <a:schemeClr val="bg2"/>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00FF482-6434-3D41-A7A3-7297230EEFCD}"/>
              </a:ext>
            </a:extLst>
          </p:cNvPr>
          <p:cNvSpPr>
            <a:spLocks noGrp="1"/>
          </p:cNvSpPr>
          <p:nvPr>
            <p:ph type="ctrTitle"/>
          </p:nvPr>
        </p:nvSpPr>
        <p:spPr>
          <a:xfrm>
            <a:off x="457200" y="342900"/>
            <a:ext cx="7535586" cy="1439454"/>
          </a:xfrm>
          <a:prstGeom prst="rect">
            <a:avLst/>
          </a:prstGeom>
        </p:spPr>
        <p:txBody>
          <a:bodyPr wrap="square" anchor="b" anchorCtr="0">
            <a:normAutofit/>
          </a:bodyPr>
          <a:lstStyle>
            <a:lvl1pPr algn="l">
              <a:defRPr sz="3200">
                <a:solidFill>
                  <a:schemeClr val="tx2"/>
                </a:solidFill>
              </a:defRPr>
            </a:lvl1pPr>
          </a:lstStyle>
          <a:p>
            <a:r>
              <a:rPr lang="en-US" noProof="0"/>
              <a:t>Click to edit Master title style</a:t>
            </a:r>
            <a:endParaRPr lang="en-CA" noProof="0" dirty="0"/>
          </a:p>
        </p:txBody>
      </p:sp>
      <p:sp>
        <p:nvSpPr>
          <p:cNvPr id="4" name="Footer Placeholder 3">
            <a:extLst>
              <a:ext uri="{FF2B5EF4-FFF2-40B4-BE49-F238E27FC236}">
                <a16:creationId xmlns:a16="http://schemas.microsoft.com/office/drawing/2014/main" id="{C8D2BEB1-320F-F640-BD46-D19F8C83DB52}"/>
              </a:ext>
            </a:extLst>
          </p:cNvPr>
          <p:cNvSpPr>
            <a:spLocks noGrp="1"/>
          </p:cNvSpPr>
          <p:nvPr>
            <p:ph type="ftr" sz="quarter" idx="11"/>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2A7E255C-9871-A44D-8D3E-A10340B211C6}"/>
              </a:ext>
            </a:extLst>
          </p:cNvPr>
          <p:cNvSpPr>
            <a:spLocks noGrp="1"/>
          </p:cNvSpPr>
          <p:nvPr>
            <p:ph type="sldNum" sz="quarter" idx="12"/>
          </p:nvPr>
        </p:nvSpPr>
        <p:spPr/>
        <p:txBody>
          <a:bodyPr>
            <a:normAutofit/>
          </a:bodyPr>
          <a:lstStyle/>
          <a:p>
            <a:fld id="{40398868-2947-614B-BB3E-A2C303F7BA40}" type="slidenum">
              <a:rPr lang="en-CA" smtClean="0"/>
              <a:t>‹#›</a:t>
            </a:fld>
            <a:endParaRPr lang="en-CA" dirty="0"/>
          </a:p>
        </p:txBody>
      </p:sp>
      <p:sp>
        <p:nvSpPr>
          <p:cNvPr id="9" name="Subtitle 2">
            <a:extLst>
              <a:ext uri="{FF2B5EF4-FFF2-40B4-BE49-F238E27FC236}">
                <a16:creationId xmlns:a16="http://schemas.microsoft.com/office/drawing/2014/main" id="{5F0AD5D0-1BA6-B841-A181-2E4F532C581B}"/>
              </a:ext>
            </a:extLst>
          </p:cNvPr>
          <p:cNvSpPr>
            <a:spLocks noGrp="1"/>
          </p:cNvSpPr>
          <p:nvPr>
            <p:ph type="subTitle" idx="1"/>
          </p:nvPr>
        </p:nvSpPr>
        <p:spPr>
          <a:xfrm>
            <a:off x="457200" y="1855239"/>
            <a:ext cx="7529716" cy="2432451"/>
          </a:xfrm>
        </p:spPr>
        <p:txBody>
          <a:bodyPr>
            <a:normAutofit/>
          </a:bodyPr>
          <a:lstStyle>
            <a:lvl1pPr marL="0" indent="0" algn="l">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noProof="0"/>
              <a:t>Click to edit Master subtitle style</a:t>
            </a:r>
            <a:endParaRPr lang="en-CA" noProof="0" dirty="0"/>
          </a:p>
        </p:txBody>
      </p:sp>
    </p:spTree>
    <p:extLst>
      <p:ext uri="{BB962C8B-B14F-4D97-AF65-F5344CB8AC3E}">
        <p14:creationId xmlns:p14="http://schemas.microsoft.com/office/powerpoint/2010/main" val="729595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Subhead Only">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079135-D6F0-9747-B8BF-23BBBECA2F27}"/>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13" name="Content Placeholder 2">
            <a:extLst>
              <a:ext uri="{FF2B5EF4-FFF2-40B4-BE49-F238E27FC236}">
                <a16:creationId xmlns:a16="http://schemas.microsoft.com/office/drawing/2014/main" id="{056296D6-AA8D-AB47-AC1A-0C30346603E5}"/>
              </a:ext>
            </a:extLst>
          </p:cNvPr>
          <p:cNvSpPr>
            <a:spLocks noGrp="1"/>
          </p:cNvSpPr>
          <p:nvPr>
            <p:ph idx="1"/>
          </p:nvPr>
        </p:nvSpPr>
        <p:spPr>
          <a:xfrm>
            <a:off x="457200" y="971550"/>
            <a:ext cx="7539135" cy="3314700"/>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5" name="Title 1">
            <a:extLst>
              <a:ext uri="{FF2B5EF4-FFF2-40B4-BE49-F238E27FC236}">
                <a16:creationId xmlns:a16="http://schemas.microsoft.com/office/drawing/2014/main" id="{10A0E32C-5527-7C46-95AC-6DBCFC226B8D}"/>
              </a:ext>
            </a:extLst>
          </p:cNvPr>
          <p:cNvSpPr>
            <a:spLocks noGrp="1"/>
          </p:cNvSpPr>
          <p:nvPr>
            <p:ph type="title"/>
          </p:nvPr>
        </p:nvSpPr>
        <p:spPr>
          <a:xfrm>
            <a:off x="457200" y="0"/>
            <a:ext cx="7543799" cy="592920"/>
          </a:xfrm>
        </p:spPr>
        <p:txBody>
          <a:bodyPr anchor="b">
            <a:normAutofit/>
          </a:bodyPr>
          <a:lstStyle/>
          <a:p>
            <a:r>
              <a:rPr lang="en-US"/>
              <a:t>Click to edit Master title style</a:t>
            </a:r>
            <a:endParaRPr lang="en-CA" dirty="0"/>
          </a:p>
        </p:txBody>
      </p:sp>
      <p:sp>
        <p:nvSpPr>
          <p:cNvPr id="4" name="Footer Placeholder 3">
            <a:extLst>
              <a:ext uri="{FF2B5EF4-FFF2-40B4-BE49-F238E27FC236}">
                <a16:creationId xmlns:a16="http://schemas.microsoft.com/office/drawing/2014/main" id="{6422D43A-3C2B-8D4C-A201-409282529966}"/>
              </a:ext>
            </a:extLst>
          </p:cNvPr>
          <p:cNvSpPr>
            <a:spLocks noGrp="1"/>
          </p:cNvSpPr>
          <p:nvPr>
            <p:ph type="ftr" sz="quarter" idx="16"/>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142055ED-DBF8-FA40-B6FB-6222946EBABB}"/>
              </a:ext>
            </a:extLst>
          </p:cNvPr>
          <p:cNvSpPr>
            <a:spLocks noGrp="1"/>
          </p:cNvSpPr>
          <p:nvPr>
            <p:ph type="sldNum" sz="quarter" idx="17"/>
          </p:nvPr>
        </p:nvSpPr>
        <p:spPr/>
        <p:txBody>
          <a:bodyPr>
            <a:normAutofit/>
          </a:bodyPr>
          <a:lstStyle/>
          <a:p>
            <a:fld id="{40398868-2947-614B-BB3E-A2C303F7BA40}" type="slidenum">
              <a:rPr lang="en-CA" smtClean="0"/>
              <a:t>‹#›</a:t>
            </a:fld>
            <a:endParaRPr lang="en-CA" dirty="0"/>
          </a:p>
        </p:txBody>
      </p:sp>
      <p:sp>
        <p:nvSpPr>
          <p:cNvPr id="10" name="Text Placeholder 8">
            <a:extLst>
              <a:ext uri="{FF2B5EF4-FFF2-40B4-BE49-F238E27FC236}">
                <a16:creationId xmlns:a16="http://schemas.microsoft.com/office/drawing/2014/main" id="{D5D3DE1E-495C-614F-8503-B9D6C4D77D77}"/>
              </a:ext>
            </a:extLst>
          </p:cNvPr>
          <p:cNvSpPr>
            <a:spLocks noGrp="1"/>
          </p:cNvSpPr>
          <p:nvPr>
            <p:ph type="body" sz="quarter" idx="14" hasCustomPrompt="1"/>
          </p:nvPr>
        </p:nvSpPr>
        <p:spPr>
          <a:xfrm>
            <a:off x="457200" y="580220"/>
            <a:ext cx="75438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131090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mp; Subhead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77B9922-563D-2846-9C53-A936FA68B55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13" name="Content Placeholder 2">
            <a:extLst>
              <a:ext uri="{FF2B5EF4-FFF2-40B4-BE49-F238E27FC236}">
                <a16:creationId xmlns:a16="http://schemas.microsoft.com/office/drawing/2014/main" id="{EC0E9C66-7ED7-8649-8691-9DCD30A77CCC}"/>
              </a:ext>
            </a:extLst>
          </p:cNvPr>
          <p:cNvSpPr>
            <a:spLocks noGrp="1"/>
          </p:cNvSpPr>
          <p:nvPr>
            <p:ph idx="1"/>
          </p:nvPr>
        </p:nvSpPr>
        <p:spPr>
          <a:xfrm>
            <a:off x="457200" y="985634"/>
            <a:ext cx="7539135" cy="3300616"/>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4" name="Title 1">
            <a:extLst>
              <a:ext uri="{FF2B5EF4-FFF2-40B4-BE49-F238E27FC236}">
                <a16:creationId xmlns:a16="http://schemas.microsoft.com/office/drawing/2014/main" id="{BDAB86F5-0015-024D-8F70-DE4FD3608ED2}"/>
              </a:ext>
            </a:extLst>
          </p:cNvPr>
          <p:cNvSpPr>
            <a:spLocks noGrp="1"/>
          </p:cNvSpPr>
          <p:nvPr>
            <p:ph type="title"/>
          </p:nvPr>
        </p:nvSpPr>
        <p:spPr>
          <a:xfrm>
            <a:off x="457200" y="0"/>
            <a:ext cx="5715000" cy="592920"/>
          </a:xfrm>
        </p:spPr>
        <p:txBody>
          <a:bodyPr anchor="b">
            <a:normAutofit/>
          </a:bodyPr>
          <a:lstStyle/>
          <a:p>
            <a:r>
              <a:rPr lang="en-US"/>
              <a:t>Click to edit Master title style</a:t>
            </a:r>
            <a:endParaRPr lang="en-CA" dirty="0"/>
          </a:p>
        </p:txBody>
      </p:sp>
      <p:sp>
        <p:nvSpPr>
          <p:cNvPr id="4" name="Footer Placeholder 3">
            <a:extLst>
              <a:ext uri="{FF2B5EF4-FFF2-40B4-BE49-F238E27FC236}">
                <a16:creationId xmlns:a16="http://schemas.microsoft.com/office/drawing/2014/main" id="{63C791B0-401B-C944-9C12-948EDB8A9177}"/>
              </a:ext>
            </a:extLst>
          </p:cNvPr>
          <p:cNvSpPr>
            <a:spLocks noGrp="1"/>
          </p:cNvSpPr>
          <p:nvPr>
            <p:ph type="ftr" sz="quarter" idx="16"/>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C5CFC664-6CE1-E64C-95DC-B96363485671}"/>
              </a:ext>
            </a:extLst>
          </p:cNvPr>
          <p:cNvSpPr>
            <a:spLocks noGrp="1"/>
          </p:cNvSpPr>
          <p:nvPr>
            <p:ph type="sldNum" sz="quarter" idx="17"/>
          </p:nvPr>
        </p:nvSpPr>
        <p:spPr/>
        <p:txBody>
          <a:bodyPr>
            <a:normAutofit/>
          </a:bodyPr>
          <a:lstStyle/>
          <a:p>
            <a:fld id="{40398868-2947-614B-BB3E-A2C303F7BA40}" type="slidenum">
              <a:rPr lang="en-CA" smtClean="0"/>
              <a:t>‹#›</a:t>
            </a:fld>
            <a:endParaRPr lang="en-CA" dirty="0"/>
          </a:p>
        </p:txBody>
      </p:sp>
      <p:sp>
        <p:nvSpPr>
          <p:cNvPr id="11" name="Text Placeholder 8">
            <a:extLst>
              <a:ext uri="{FF2B5EF4-FFF2-40B4-BE49-F238E27FC236}">
                <a16:creationId xmlns:a16="http://schemas.microsoft.com/office/drawing/2014/main" id="{9A2B5EBD-CAD4-804D-BAA0-E3EBA3D7C18C}"/>
              </a:ext>
            </a:extLst>
          </p:cNvPr>
          <p:cNvSpPr>
            <a:spLocks noGrp="1"/>
          </p:cNvSpPr>
          <p:nvPr>
            <p:ph type="body" sz="quarter" idx="14" hasCustomPrompt="1"/>
          </p:nvPr>
        </p:nvSpPr>
        <p:spPr>
          <a:xfrm>
            <a:off x="457200" y="580220"/>
            <a:ext cx="57150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277555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6B8674E-F734-F345-8A67-4D08ECC7922F}"/>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a:xfrm>
            <a:off x="457200" y="971550"/>
            <a:ext cx="3538728" cy="3314700"/>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7543800" cy="598535"/>
          </a:xfrm>
          <a:prstGeom prst="rect">
            <a:avLst/>
          </a:prstGeom>
        </p:spPr>
        <p:txBody>
          <a:bodyPr wrap="square" anchor="ctr">
            <a:normAutofit/>
          </a:bodyPr>
          <a:lstStyle/>
          <a:p>
            <a:r>
              <a:rPr lang="en-US"/>
              <a:t>Click to edit Master title style</a:t>
            </a:r>
            <a:endParaRPr lang="en-CA" dirty="0"/>
          </a:p>
        </p:txBody>
      </p:sp>
      <p:sp>
        <p:nvSpPr>
          <p:cNvPr id="13" name="Content Placeholder 2">
            <a:extLst>
              <a:ext uri="{FF2B5EF4-FFF2-40B4-BE49-F238E27FC236}">
                <a16:creationId xmlns:a16="http://schemas.microsoft.com/office/drawing/2014/main" id="{55FFB0E3-BCE8-3C4B-9CEF-0E39636D5545}"/>
              </a:ext>
            </a:extLst>
          </p:cNvPr>
          <p:cNvSpPr>
            <a:spLocks noGrp="1"/>
          </p:cNvSpPr>
          <p:nvPr>
            <p:ph idx="14"/>
          </p:nvPr>
        </p:nvSpPr>
        <p:spPr>
          <a:xfrm>
            <a:off x="4462272" y="971550"/>
            <a:ext cx="3538728" cy="3314700"/>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ooter Placeholder 4">
            <a:extLst>
              <a:ext uri="{FF2B5EF4-FFF2-40B4-BE49-F238E27FC236}">
                <a16:creationId xmlns:a16="http://schemas.microsoft.com/office/drawing/2014/main" id="{7348D3DF-FC47-FC42-B828-7F97B729DA4E}"/>
              </a:ext>
            </a:extLst>
          </p:cNvPr>
          <p:cNvSpPr>
            <a:spLocks noGrp="1"/>
          </p:cNvSpPr>
          <p:nvPr>
            <p:ph type="ftr" sz="quarter" idx="16"/>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F2D4B199-7973-2A43-B1D4-2BF41D261AFE}"/>
              </a:ext>
            </a:extLst>
          </p:cNvPr>
          <p:cNvSpPr>
            <a:spLocks noGrp="1"/>
          </p:cNvSpPr>
          <p:nvPr>
            <p:ph type="sldNum" sz="quarter" idx="17"/>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3112461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7D6508E-1000-2344-8384-6405B40DCAB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a:xfrm>
            <a:off x="457200" y="971550"/>
            <a:ext cx="3541063" cy="3314700"/>
          </a:xfrm>
        </p:spPr>
        <p:txBody>
          <a:bodyPr>
            <a:normAutofit/>
          </a:bodyPr>
          <a:lstStyle>
            <a:lvl1pPr>
              <a:defRPr sz="1800"/>
            </a:lvl1pPr>
            <a:lvl2pPr>
              <a:defRPr sz="1600"/>
            </a:lvl2pPr>
            <a:lvl3pPr>
              <a:defRPr sz="1400"/>
            </a:lvl3pPr>
            <a:lvl4pPr>
              <a:defRPr sz="12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5712714" cy="598535"/>
          </a:xfrm>
          <a:prstGeom prst="rect">
            <a:avLst/>
          </a:prstGeom>
        </p:spPr>
        <p:txBody>
          <a:bodyPr wrap="square" anchor="ctr">
            <a:normAutofit/>
          </a:bodyPr>
          <a:lstStyle/>
          <a:p>
            <a:r>
              <a:rPr lang="en-US"/>
              <a:t>Click to edit Master title style</a:t>
            </a:r>
            <a:endParaRPr lang="en-CA" dirty="0"/>
          </a:p>
        </p:txBody>
      </p:sp>
      <p:sp>
        <p:nvSpPr>
          <p:cNvPr id="10" name="Content Placeholder 2">
            <a:extLst>
              <a:ext uri="{FF2B5EF4-FFF2-40B4-BE49-F238E27FC236}">
                <a16:creationId xmlns:a16="http://schemas.microsoft.com/office/drawing/2014/main" id="{7510545E-B4C1-4545-A1C6-A376427A061B}"/>
              </a:ext>
            </a:extLst>
          </p:cNvPr>
          <p:cNvSpPr>
            <a:spLocks noGrp="1"/>
          </p:cNvSpPr>
          <p:nvPr>
            <p:ph idx="14"/>
          </p:nvPr>
        </p:nvSpPr>
        <p:spPr>
          <a:xfrm>
            <a:off x="4462272" y="971550"/>
            <a:ext cx="3538728" cy="3314700"/>
          </a:xfrm>
        </p:spPr>
        <p:txBody>
          <a:bodyPr>
            <a:normAutofit/>
          </a:bodyPr>
          <a:lstStyle>
            <a:lvl1pPr>
              <a:defRPr sz="1800"/>
            </a:lvl1pPr>
            <a:lvl2pPr>
              <a:defRPr sz="1600"/>
            </a:lvl2pPr>
            <a:lvl3pPr>
              <a:defRPr sz="1400"/>
            </a:lvl3pPr>
            <a:lvl4pPr>
              <a:defRPr sz="12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ooter Placeholder 4">
            <a:extLst>
              <a:ext uri="{FF2B5EF4-FFF2-40B4-BE49-F238E27FC236}">
                <a16:creationId xmlns:a16="http://schemas.microsoft.com/office/drawing/2014/main" id="{275E3F6A-C13A-8841-A24E-93CDF2473508}"/>
              </a:ext>
            </a:extLst>
          </p:cNvPr>
          <p:cNvSpPr>
            <a:spLocks noGrp="1"/>
          </p:cNvSpPr>
          <p:nvPr>
            <p:ph type="ftr" sz="quarter" idx="16"/>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FDA88922-B2B5-E64E-B9AE-B174DEADE63F}"/>
              </a:ext>
            </a:extLst>
          </p:cNvPr>
          <p:cNvSpPr>
            <a:spLocks noGrp="1"/>
          </p:cNvSpPr>
          <p:nvPr>
            <p:ph type="sldNum" sz="quarter" idx="17"/>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1059894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322DD2F-CFE3-414F-96ED-98F459A0A7ED}"/>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7543800" cy="598535"/>
          </a:xfrm>
          <a:prstGeom prst="rect">
            <a:avLst/>
          </a:prstGeom>
        </p:spPr>
        <p:txBody>
          <a:bodyPr wrap="square" anchor="ctr">
            <a:normAutofit/>
          </a:bodyPr>
          <a:lstStyle/>
          <a:p>
            <a:r>
              <a:rPr lang="en-US"/>
              <a:t>Click to edit Master title style</a:t>
            </a:r>
            <a:endParaRPr lang="en-CA" dirty="0"/>
          </a:p>
        </p:txBody>
      </p:sp>
      <p:sp>
        <p:nvSpPr>
          <p:cNvPr id="11" name="Content Placeholder 2">
            <a:extLst>
              <a:ext uri="{FF2B5EF4-FFF2-40B4-BE49-F238E27FC236}">
                <a16:creationId xmlns:a16="http://schemas.microsoft.com/office/drawing/2014/main" id="{81FB048A-67C5-384A-B203-A559FD5156C3}"/>
              </a:ext>
            </a:extLst>
          </p:cNvPr>
          <p:cNvSpPr>
            <a:spLocks noGrp="1"/>
          </p:cNvSpPr>
          <p:nvPr>
            <p:ph idx="15"/>
          </p:nvPr>
        </p:nvSpPr>
        <p:spPr>
          <a:xfrm>
            <a:off x="457200" y="1361037"/>
            <a:ext cx="3541063" cy="2925213"/>
          </a:xfrm>
        </p:spPr>
        <p:txBody>
          <a:bodyPr>
            <a:normAutofit/>
          </a:bodyPr>
          <a:lstStyle>
            <a:lvl1pPr>
              <a:defRPr sz="1600"/>
            </a:lvl1pPr>
            <a:lvl2pPr>
              <a:defRPr sz="1400"/>
            </a:lvl2pPr>
            <a:lvl3pPr>
              <a:defRPr sz="1200"/>
            </a:lvl3pPr>
            <a:lvl4pPr>
              <a:defRPr sz="110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2" name="Content Placeholder 2">
            <a:extLst>
              <a:ext uri="{FF2B5EF4-FFF2-40B4-BE49-F238E27FC236}">
                <a16:creationId xmlns:a16="http://schemas.microsoft.com/office/drawing/2014/main" id="{865AF8B2-9D3F-B049-97B6-2778AC758A36}"/>
              </a:ext>
            </a:extLst>
          </p:cNvPr>
          <p:cNvSpPr>
            <a:spLocks noGrp="1"/>
          </p:cNvSpPr>
          <p:nvPr>
            <p:ph idx="16"/>
          </p:nvPr>
        </p:nvSpPr>
        <p:spPr>
          <a:xfrm>
            <a:off x="4462272" y="1361037"/>
            <a:ext cx="3538728" cy="2925213"/>
          </a:xfrm>
        </p:spPr>
        <p:txBody>
          <a:bodyPr>
            <a:normAutofit/>
          </a:bodyPr>
          <a:lstStyle>
            <a:lvl1pPr>
              <a:defRPr sz="1600"/>
            </a:lvl1pPr>
            <a:lvl2pPr>
              <a:defRPr sz="1400"/>
            </a:lvl2pPr>
            <a:lvl3pPr>
              <a:defRPr sz="1200"/>
            </a:lvl3pPr>
            <a:lvl4pPr>
              <a:defRPr sz="110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ooter Placeholder 4">
            <a:extLst>
              <a:ext uri="{FF2B5EF4-FFF2-40B4-BE49-F238E27FC236}">
                <a16:creationId xmlns:a16="http://schemas.microsoft.com/office/drawing/2014/main" id="{0858AFF3-16BA-6A44-B792-9C25BC3E739D}"/>
              </a:ext>
            </a:extLst>
          </p:cNvPr>
          <p:cNvSpPr>
            <a:spLocks noGrp="1"/>
          </p:cNvSpPr>
          <p:nvPr>
            <p:ph type="ftr" sz="quarter" idx="18"/>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9A940529-C703-B24D-A28F-5F79E2C66E81}"/>
              </a:ext>
            </a:extLst>
          </p:cNvPr>
          <p:cNvSpPr>
            <a:spLocks noGrp="1"/>
          </p:cNvSpPr>
          <p:nvPr>
            <p:ph type="sldNum" sz="quarter" idx="19"/>
          </p:nvPr>
        </p:nvSpPr>
        <p:spPr/>
        <p:txBody>
          <a:bodyPr>
            <a:normAutofit/>
          </a:bodyPr>
          <a:lstStyle/>
          <a:p>
            <a:fld id="{40398868-2947-614B-BB3E-A2C303F7BA40}" type="slidenum">
              <a:rPr lang="en-CA" smtClean="0"/>
              <a:t>‹#›</a:t>
            </a:fld>
            <a:endParaRPr lang="en-CA" dirty="0"/>
          </a:p>
        </p:txBody>
      </p:sp>
      <p:sp>
        <p:nvSpPr>
          <p:cNvPr id="8" name="Text Placeholder 7">
            <a:extLst>
              <a:ext uri="{FF2B5EF4-FFF2-40B4-BE49-F238E27FC236}">
                <a16:creationId xmlns:a16="http://schemas.microsoft.com/office/drawing/2014/main" id="{5F922D8E-0E49-1743-91A7-5ED24412FA2D}"/>
              </a:ext>
            </a:extLst>
          </p:cNvPr>
          <p:cNvSpPr>
            <a:spLocks noGrp="1"/>
          </p:cNvSpPr>
          <p:nvPr>
            <p:ph type="body" sz="quarter" idx="20"/>
          </p:nvPr>
        </p:nvSpPr>
        <p:spPr>
          <a:xfrm>
            <a:off x="457200" y="977118"/>
            <a:ext cx="3540967" cy="328613"/>
          </a:xfrm>
        </p:spPr>
        <p:txBody>
          <a:bodyPr>
            <a:normAutofit/>
          </a:bodyPr>
          <a:lstStyle>
            <a:lvl1pPr>
              <a:defRPr sz="1600" b="1">
                <a:solidFill>
                  <a:schemeClr val="tx2"/>
                </a:solidFill>
              </a:defRPr>
            </a:lvl1pPr>
          </a:lstStyle>
          <a:p>
            <a:pPr lvl="0"/>
            <a:r>
              <a:rPr lang="en-US"/>
              <a:t>Click to edit Master text styles</a:t>
            </a:r>
          </a:p>
        </p:txBody>
      </p:sp>
      <p:sp>
        <p:nvSpPr>
          <p:cNvPr id="14" name="Text Placeholder 7">
            <a:extLst>
              <a:ext uri="{FF2B5EF4-FFF2-40B4-BE49-F238E27FC236}">
                <a16:creationId xmlns:a16="http://schemas.microsoft.com/office/drawing/2014/main" id="{5BF0274D-94C1-5C4C-971A-FC4CF1C40D47}"/>
              </a:ext>
            </a:extLst>
          </p:cNvPr>
          <p:cNvSpPr>
            <a:spLocks noGrp="1"/>
          </p:cNvSpPr>
          <p:nvPr>
            <p:ph type="body" sz="quarter" idx="21"/>
          </p:nvPr>
        </p:nvSpPr>
        <p:spPr>
          <a:xfrm>
            <a:off x="4449976" y="977118"/>
            <a:ext cx="3540967" cy="328613"/>
          </a:xfrm>
        </p:spPr>
        <p:txBody>
          <a:bodyPr>
            <a:normAutofit/>
          </a:bodyPr>
          <a:lstStyle>
            <a:lvl1pPr>
              <a:defRPr sz="16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65976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56D5597-6DC9-A54B-B32B-6164653C0D0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5712714" cy="598535"/>
          </a:xfrm>
          <a:prstGeom prst="rect">
            <a:avLst/>
          </a:prstGeom>
        </p:spPr>
        <p:txBody>
          <a:bodyPr wrap="square" anchor="ctr">
            <a:normAutofit/>
          </a:bodyPr>
          <a:lstStyle/>
          <a:p>
            <a:r>
              <a:rPr lang="en-US"/>
              <a:t>Click to edit Master title style</a:t>
            </a:r>
            <a:endParaRPr lang="en-CA" dirty="0"/>
          </a:p>
        </p:txBody>
      </p:sp>
      <p:sp>
        <p:nvSpPr>
          <p:cNvPr id="11" name="Content Placeholder 2">
            <a:extLst>
              <a:ext uri="{FF2B5EF4-FFF2-40B4-BE49-F238E27FC236}">
                <a16:creationId xmlns:a16="http://schemas.microsoft.com/office/drawing/2014/main" id="{81FB048A-67C5-384A-B203-A559FD5156C3}"/>
              </a:ext>
            </a:extLst>
          </p:cNvPr>
          <p:cNvSpPr>
            <a:spLocks noGrp="1"/>
          </p:cNvSpPr>
          <p:nvPr>
            <p:ph idx="15"/>
          </p:nvPr>
        </p:nvSpPr>
        <p:spPr>
          <a:xfrm>
            <a:off x="457200" y="1361037"/>
            <a:ext cx="3541063" cy="2925213"/>
          </a:xfrm>
        </p:spPr>
        <p:txBody>
          <a:bodyPr>
            <a:normAutofit/>
          </a:bodyPr>
          <a:lstStyle>
            <a:lvl1pPr>
              <a:defRPr sz="1600"/>
            </a:lvl1pPr>
            <a:lvl2pPr>
              <a:defRPr sz="1400"/>
            </a:lvl2pPr>
            <a:lvl3pPr>
              <a:defRPr sz="1200"/>
            </a:lvl3pPr>
            <a:lvl4pPr>
              <a:defRPr sz="110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2" name="Content Placeholder 2">
            <a:extLst>
              <a:ext uri="{FF2B5EF4-FFF2-40B4-BE49-F238E27FC236}">
                <a16:creationId xmlns:a16="http://schemas.microsoft.com/office/drawing/2014/main" id="{865AF8B2-9D3F-B049-97B6-2778AC758A36}"/>
              </a:ext>
            </a:extLst>
          </p:cNvPr>
          <p:cNvSpPr>
            <a:spLocks noGrp="1"/>
          </p:cNvSpPr>
          <p:nvPr>
            <p:ph idx="16"/>
          </p:nvPr>
        </p:nvSpPr>
        <p:spPr>
          <a:xfrm>
            <a:off x="4462272" y="1361037"/>
            <a:ext cx="3538728" cy="2925213"/>
          </a:xfrm>
        </p:spPr>
        <p:txBody>
          <a:bodyPr>
            <a:normAutofit/>
          </a:bodyPr>
          <a:lstStyle>
            <a:lvl1pPr>
              <a:defRPr sz="1600"/>
            </a:lvl1pPr>
            <a:lvl2pPr>
              <a:defRPr sz="1400"/>
            </a:lvl2pPr>
            <a:lvl3pPr>
              <a:defRPr sz="1200"/>
            </a:lvl3pPr>
            <a:lvl4pPr>
              <a:defRPr sz="110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5" name="Footer Placeholder 4">
            <a:extLst>
              <a:ext uri="{FF2B5EF4-FFF2-40B4-BE49-F238E27FC236}">
                <a16:creationId xmlns:a16="http://schemas.microsoft.com/office/drawing/2014/main" id="{8AA269A6-2D54-AA40-A809-260A940A54FD}"/>
              </a:ext>
            </a:extLst>
          </p:cNvPr>
          <p:cNvSpPr>
            <a:spLocks noGrp="1"/>
          </p:cNvSpPr>
          <p:nvPr>
            <p:ph type="ftr" sz="quarter" idx="18"/>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615ECC9D-D16E-B044-A605-8BF5539B5883}"/>
              </a:ext>
            </a:extLst>
          </p:cNvPr>
          <p:cNvSpPr>
            <a:spLocks noGrp="1"/>
          </p:cNvSpPr>
          <p:nvPr>
            <p:ph type="sldNum" sz="quarter" idx="19"/>
          </p:nvPr>
        </p:nvSpPr>
        <p:spPr/>
        <p:txBody>
          <a:bodyPr>
            <a:normAutofit/>
          </a:bodyPr>
          <a:lstStyle/>
          <a:p>
            <a:fld id="{40398868-2947-614B-BB3E-A2C303F7BA40}" type="slidenum">
              <a:rPr lang="en-CA" smtClean="0"/>
              <a:t>‹#›</a:t>
            </a:fld>
            <a:endParaRPr lang="en-CA" dirty="0"/>
          </a:p>
        </p:txBody>
      </p:sp>
      <p:sp>
        <p:nvSpPr>
          <p:cNvPr id="14" name="Text Placeholder 7">
            <a:extLst>
              <a:ext uri="{FF2B5EF4-FFF2-40B4-BE49-F238E27FC236}">
                <a16:creationId xmlns:a16="http://schemas.microsoft.com/office/drawing/2014/main" id="{B781F6E9-B2CC-1046-ABFA-C65CA59FC18B}"/>
              </a:ext>
            </a:extLst>
          </p:cNvPr>
          <p:cNvSpPr>
            <a:spLocks noGrp="1"/>
          </p:cNvSpPr>
          <p:nvPr>
            <p:ph type="body" sz="quarter" idx="20"/>
          </p:nvPr>
        </p:nvSpPr>
        <p:spPr>
          <a:xfrm>
            <a:off x="457200" y="977118"/>
            <a:ext cx="3540967" cy="328613"/>
          </a:xfrm>
        </p:spPr>
        <p:txBody>
          <a:bodyPr>
            <a:normAutofit/>
          </a:bodyPr>
          <a:lstStyle>
            <a:lvl1pPr>
              <a:defRPr sz="1600" b="1">
                <a:solidFill>
                  <a:schemeClr val="tx2"/>
                </a:solidFill>
              </a:defRPr>
            </a:lvl1pPr>
          </a:lstStyle>
          <a:p>
            <a:pPr lvl="0"/>
            <a:r>
              <a:rPr lang="en-US"/>
              <a:t>Click to edit Master text styles</a:t>
            </a:r>
          </a:p>
        </p:txBody>
      </p:sp>
      <p:sp>
        <p:nvSpPr>
          <p:cNvPr id="15" name="Text Placeholder 7">
            <a:extLst>
              <a:ext uri="{FF2B5EF4-FFF2-40B4-BE49-F238E27FC236}">
                <a16:creationId xmlns:a16="http://schemas.microsoft.com/office/drawing/2014/main" id="{E236EE25-4832-8C41-93FD-8B6B38D1B8BC}"/>
              </a:ext>
            </a:extLst>
          </p:cNvPr>
          <p:cNvSpPr>
            <a:spLocks noGrp="1"/>
          </p:cNvSpPr>
          <p:nvPr>
            <p:ph type="body" sz="quarter" idx="21"/>
          </p:nvPr>
        </p:nvSpPr>
        <p:spPr>
          <a:xfrm>
            <a:off x="4454164" y="975569"/>
            <a:ext cx="3540967" cy="328613"/>
          </a:xfrm>
        </p:spPr>
        <p:txBody>
          <a:bodyPr>
            <a:normAutofit/>
          </a:bodyPr>
          <a:lstStyle>
            <a:lvl1pPr>
              <a:defRPr sz="1600" b="1">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3049967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D6321-39CC-3948-B538-C1FC7EB5E292}"/>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a:xfrm>
            <a:off x="457200" y="982673"/>
            <a:ext cx="3652934" cy="3303577"/>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7543800" cy="598535"/>
          </a:xfrm>
          <a:prstGeom prst="rect">
            <a:avLst/>
          </a:prstGeom>
        </p:spPr>
        <p:txBody>
          <a:bodyPr wrap="square" anchor="ctr">
            <a:normAutofit/>
          </a:bodyPr>
          <a:lstStyle/>
          <a:p>
            <a:r>
              <a:rPr lang="en-US"/>
              <a:t>Click to edit Master title style</a:t>
            </a:r>
            <a:endParaRPr lang="en-CA" dirty="0"/>
          </a:p>
        </p:txBody>
      </p:sp>
      <p:sp>
        <p:nvSpPr>
          <p:cNvPr id="13" name="Picture Placeholder 5">
            <a:extLst>
              <a:ext uri="{FF2B5EF4-FFF2-40B4-BE49-F238E27FC236}">
                <a16:creationId xmlns:a16="http://schemas.microsoft.com/office/drawing/2014/main" id="{A726EB3A-5CD2-8141-9E35-15E5C63FBCF6}"/>
              </a:ext>
            </a:extLst>
          </p:cNvPr>
          <p:cNvSpPr>
            <a:spLocks noGrp="1"/>
          </p:cNvSpPr>
          <p:nvPr>
            <p:ph type="pic" sz="quarter" idx="15"/>
          </p:nvPr>
        </p:nvSpPr>
        <p:spPr>
          <a:xfrm>
            <a:off x="4462272" y="971550"/>
            <a:ext cx="4224528" cy="3314700"/>
          </a:xfrm>
        </p:spPr>
        <p:txBody>
          <a:bodyPr>
            <a:normAutofit/>
          </a:bodyPr>
          <a:lstStyle/>
          <a:p>
            <a:r>
              <a:rPr lang="en-US"/>
              <a:t>Click icon to add picture</a:t>
            </a:r>
            <a:endParaRPr lang="en-CA" dirty="0"/>
          </a:p>
        </p:txBody>
      </p:sp>
      <p:sp>
        <p:nvSpPr>
          <p:cNvPr id="5" name="Footer Placeholder 4">
            <a:extLst>
              <a:ext uri="{FF2B5EF4-FFF2-40B4-BE49-F238E27FC236}">
                <a16:creationId xmlns:a16="http://schemas.microsoft.com/office/drawing/2014/main" id="{007F757A-84DE-784A-BB94-27BA1080519C}"/>
              </a:ext>
            </a:extLst>
          </p:cNvPr>
          <p:cNvSpPr>
            <a:spLocks noGrp="1"/>
          </p:cNvSpPr>
          <p:nvPr>
            <p:ph type="ftr" sz="quarter" idx="17"/>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9D4DF2BE-07D6-D845-9BFD-0AE153415B7D}"/>
              </a:ext>
            </a:extLst>
          </p:cNvPr>
          <p:cNvSpPr>
            <a:spLocks noGrp="1"/>
          </p:cNvSpPr>
          <p:nvPr>
            <p:ph type="sldNum" sz="quarter" idx="18"/>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10674791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B9BBC26-4712-B64E-8769-65476345C77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6" name="Picture Placeholder 5">
            <a:extLst>
              <a:ext uri="{FF2B5EF4-FFF2-40B4-BE49-F238E27FC236}">
                <a16:creationId xmlns:a16="http://schemas.microsoft.com/office/drawing/2014/main" id="{80C80C3D-0D36-1B44-917B-67488940453B}"/>
              </a:ext>
            </a:extLst>
          </p:cNvPr>
          <p:cNvSpPr>
            <a:spLocks noGrp="1"/>
          </p:cNvSpPr>
          <p:nvPr>
            <p:ph type="pic" sz="quarter" idx="15"/>
          </p:nvPr>
        </p:nvSpPr>
        <p:spPr>
          <a:xfrm>
            <a:off x="4462272" y="971550"/>
            <a:ext cx="4224528" cy="3314700"/>
          </a:xfrm>
        </p:spPr>
        <p:txBody>
          <a:bodyPr>
            <a:normAutofit/>
          </a:bodyPr>
          <a:lstStyle/>
          <a:p>
            <a:r>
              <a:rPr lang="en-US"/>
              <a:t>Click icon to add picture</a:t>
            </a:r>
            <a:endParaRPr lang="en-CA" dirty="0"/>
          </a:p>
        </p:txBody>
      </p:sp>
      <p:sp>
        <p:nvSpPr>
          <p:cNvPr id="3" name="Content Placeholder 2">
            <a:extLst>
              <a:ext uri="{FF2B5EF4-FFF2-40B4-BE49-F238E27FC236}">
                <a16:creationId xmlns:a16="http://schemas.microsoft.com/office/drawing/2014/main" id="{20692665-EEBA-45F4-8CCA-4E4B3AB9C67E}"/>
              </a:ext>
            </a:extLst>
          </p:cNvPr>
          <p:cNvSpPr>
            <a:spLocks noGrp="1"/>
          </p:cNvSpPr>
          <p:nvPr>
            <p:ph idx="1"/>
          </p:nvPr>
        </p:nvSpPr>
        <p:spPr>
          <a:xfrm>
            <a:off x="457200" y="982673"/>
            <a:ext cx="3652934" cy="3303577"/>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5712714" cy="598535"/>
          </a:xfrm>
          <a:prstGeom prst="rect">
            <a:avLst/>
          </a:prstGeom>
        </p:spPr>
        <p:txBody>
          <a:bodyPr wrap="square" anchor="ctr">
            <a:normAutofit/>
          </a:bodyPr>
          <a:lstStyle/>
          <a:p>
            <a:r>
              <a:rPr lang="en-US"/>
              <a:t>Click to edit Master title style</a:t>
            </a:r>
            <a:endParaRPr lang="en-CA" dirty="0"/>
          </a:p>
        </p:txBody>
      </p:sp>
      <p:sp>
        <p:nvSpPr>
          <p:cNvPr id="5" name="Footer Placeholder 4">
            <a:extLst>
              <a:ext uri="{FF2B5EF4-FFF2-40B4-BE49-F238E27FC236}">
                <a16:creationId xmlns:a16="http://schemas.microsoft.com/office/drawing/2014/main" id="{F04FE489-F5CE-174D-878E-5B7EB135EEFB}"/>
              </a:ext>
            </a:extLst>
          </p:cNvPr>
          <p:cNvSpPr>
            <a:spLocks noGrp="1"/>
          </p:cNvSpPr>
          <p:nvPr>
            <p:ph type="ftr" sz="quarter" idx="17"/>
          </p:nvPr>
        </p:nvSpPr>
        <p:spPr>
          <a:xfrm>
            <a:off x="457200" y="4447689"/>
            <a:ext cx="7532060" cy="273844"/>
          </a:xfrm>
        </p:spPr>
        <p:txBody>
          <a:bodyPr>
            <a:normAutofit/>
          </a:bodyPr>
          <a:lstStyle/>
          <a:p>
            <a:endParaRPr lang="en-CA" dirty="0"/>
          </a:p>
        </p:txBody>
      </p:sp>
      <p:sp>
        <p:nvSpPr>
          <p:cNvPr id="8" name="Slide Number Placeholder 7">
            <a:extLst>
              <a:ext uri="{FF2B5EF4-FFF2-40B4-BE49-F238E27FC236}">
                <a16:creationId xmlns:a16="http://schemas.microsoft.com/office/drawing/2014/main" id="{455C574D-BEAB-854A-9668-CAD96785225C}"/>
              </a:ext>
            </a:extLst>
          </p:cNvPr>
          <p:cNvSpPr>
            <a:spLocks noGrp="1"/>
          </p:cNvSpPr>
          <p:nvPr>
            <p:ph type="sldNum" sz="quarter" idx="18"/>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1310855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mp; Subhead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37FF7A-CBCE-E94E-8CAD-A0D5E19DA8B0}"/>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10" name="Content Placeholder 2">
            <a:extLst>
              <a:ext uri="{FF2B5EF4-FFF2-40B4-BE49-F238E27FC236}">
                <a16:creationId xmlns:a16="http://schemas.microsoft.com/office/drawing/2014/main" id="{DC2DD0A8-F256-BC40-B2ED-3EB84A7C078E}"/>
              </a:ext>
            </a:extLst>
          </p:cNvPr>
          <p:cNvSpPr>
            <a:spLocks noGrp="1"/>
          </p:cNvSpPr>
          <p:nvPr>
            <p:ph idx="1"/>
          </p:nvPr>
        </p:nvSpPr>
        <p:spPr>
          <a:xfrm>
            <a:off x="4462272" y="982672"/>
            <a:ext cx="3538728" cy="3303578"/>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4" name="Chart Placeholder 9">
            <a:extLst>
              <a:ext uri="{FF2B5EF4-FFF2-40B4-BE49-F238E27FC236}">
                <a16:creationId xmlns:a16="http://schemas.microsoft.com/office/drawing/2014/main" id="{DF74048B-8BBE-DA41-BCBC-544DD22A1629}"/>
              </a:ext>
            </a:extLst>
          </p:cNvPr>
          <p:cNvSpPr>
            <a:spLocks noGrp="1"/>
          </p:cNvSpPr>
          <p:nvPr>
            <p:ph type="chart" sz="quarter" idx="15"/>
          </p:nvPr>
        </p:nvSpPr>
        <p:spPr>
          <a:xfrm>
            <a:off x="457200" y="983318"/>
            <a:ext cx="3649218" cy="3302932"/>
          </a:xfrm>
        </p:spPr>
        <p:txBody>
          <a:bodyPr>
            <a:normAutofit/>
          </a:bodyPr>
          <a:lstStyle/>
          <a:p>
            <a:r>
              <a:rPr lang="en-US"/>
              <a:t>Click icon to add chart</a:t>
            </a:r>
            <a:endParaRPr lang="en-CA" dirty="0"/>
          </a:p>
        </p:txBody>
      </p:sp>
      <p:sp>
        <p:nvSpPr>
          <p:cNvPr id="12" name="Title 1">
            <a:extLst>
              <a:ext uri="{FF2B5EF4-FFF2-40B4-BE49-F238E27FC236}">
                <a16:creationId xmlns:a16="http://schemas.microsoft.com/office/drawing/2014/main" id="{5F4E6E44-8F6C-9644-866F-7A84C38C591F}"/>
              </a:ext>
            </a:extLst>
          </p:cNvPr>
          <p:cNvSpPr>
            <a:spLocks noGrp="1"/>
          </p:cNvSpPr>
          <p:nvPr>
            <p:ph type="title"/>
          </p:nvPr>
        </p:nvSpPr>
        <p:spPr>
          <a:xfrm>
            <a:off x="457200" y="0"/>
            <a:ext cx="7543799" cy="592920"/>
          </a:xfrm>
        </p:spPr>
        <p:txBody>
          <a:bodyPr anchor="b">
            <a:normAutofit/>
          </a:bodyPr>
          <a:lstStyle/>
          <a:p>
            <a:r>
              <a:rPr lang="en-US"/>
              <a:t>Click to edit Master title style</a:t>
            </a:r>
            <a:endParaRPr lang="en-CA" dirty="0"/>
          </a:p>
        </p:txBody>
      </p:sp>
      <p:sp>
        <p:nvSpPr>
          <p:cNvPr id="4" name="Footer Placeholder 3">
            <a:extLst>
              <a:ext uri="{FF2B5EF4-FFF2-40B4-BE49-F238E27FC236}">
                <a16:creationId xmlns:a16="http://schemas.microsoft.com/office/drawing/2014/main" id="{50EDA267-DC51-2047-A91E-5B6872AEC1EB}"/>
              </a:ext>
            </a:extLst>
          </p:cNvPr>
          <p:cNvSpPr>
            <a:spLocks noGrp="1"/>
          </p:cNvSpPr>
          <p:nvPr>
            <p:ph type="ftr" sz="quarter" idx="17"/>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BFD0E52D-AE34-3549-83F6-AC00070CDACE}"/>
              </a:ext>
            </a:extLst>
          </p:cNvPr>
          <p:cNvSpPr>
            <a:spLocks noGrp="1"/>
          </p:cNvSpPr>
          <p:nvPr>
            <p:ph type="sldNum" sz="quarter" idx="18"/>
          </p:nvPr>
        </p:nvSpPr>
        <p:spPr/>
        <p:txBody>
          <a:bodyPr>
            <a:normAutofit/>
          </a:bodyPr>
          <a:lstStyle/>
          <a:p>
            <a:fld id="{40398868-2947-614B-BB3E-A2C303F7BA40}" type="slidenum">
              <a:rPr lang="en-CA" smtClean="0"/>
              <a:t>‹#›</a:t>
            </a:fld>
            <a:endParaRPr lang="en-CA" dirty="0"/>
          </a:p>
        </p:txBody>
      </p:sp>
      <p:sp>
        <p:nvSpPr>
          <p:cNvPr id="11" name="Text Placeholder 8">
            <a:extLst>
              <a:ext uri="{FF2B5EF4-FFF2-40B4-BE49-F238E27FC236}">
                <a16:creationId xmlns:a16="http://schemas.microsoft.com/office/drawing/2014/main" id="{511DA8CF-FA01-EF42-B4B5-FC036CE35E1F}"/>
              </a:ext>
            </a:extLst>
          </p:cNvPr>
          <p:cNvSpPr>
            <a:spLocks noGrp="1"/>
          </p:cNvSpPr>
          <p:nvPr>
            <p:ph type="body" sz="quarter" idx="14" hasCustomPrompt="1"/>
          </p:nvPr>
        </p:nvSpPr>
        <p:spPr>
          <a:xfrm>
            <a:off x="457200" y="580220"/>
            <a:ext cx="75438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12401903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Title &amp; Subhead Only">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301DC65-5F58-F14D-8231-123F05E5D7C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10" name="Content Placeholder 2">
            <a:extLst>
              <a:ext uri="{FF2B5EF4-FFF2-40B4-BE49-F238E27FC236}">
                <a16:creationId xmlns:a16="http://schemas.microsoft.com/office/drawing/2014/main" id="{DC2DD0A8-F256-BC40-B2ED-3EB84A7C078E}"/>
              </a:ext>
            </a:extLst>
          </p:cNvPr>
          <p:cNvSpPr>
            <a:spLocks noGrp="1"/>
          </p:cNvSpPr>
          <p:nvPr>
            <p:ph idx="1"/>
          </p:nvPr>
        </p:nvSpPr>
        <p:spPr>
          <a:xfrm>
            <a:off x="4462272" y="982672"/>
            <a:ext cx="3538728" cy="3303578"/>
          </a:xfrm>
        </p:spPr>
        <p:txBody>
          <a:bodyPr>
            <a:normAutofit/>
          </a:bodyPr>
          <a:lstStyle>
            <a:lvl1pPr>
              <a:defRPr sz="1800"/>
            </a:lvl1pPr>
            <a:lvl2pPr>
              <a:defRPr sz="1600"/>
            </a:lvl2pPr>
            <a:lvl3pPr>
              <a:defRPr sz="1400"/>
            </a:lvl3pPr>
            <a:lvl4pPr>
              <a:defRPr sz="12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4" name="Chart Placeholder 9">
            <a:extLst>
              <a:ext uri="{FF2B5EF4-FFF2-40B4-BE49-F238E27FC236}">
                <a16:creationId xmlns:a16="http://schemas.microsoft.com/office/drawing/2014/main" id="{DF74048B-8BBE-DA41-BCBC-544DD22A1629}"/>
              </a:ext>
            </a:extLst>
          </p:cNvPr>
          <p:cNvSpPr>
            <a:spLocks noGrp="1"/>
          </p:cNvSpPr>
          <p:nvPr>
            <p:ph type="chart" sz="quarter" idx="15"/>
          </p:nvPr>
        </p:nvSpPr>
        <p:spPr>
          <a:xfrm>
            <a:off x="457200" y="983318"/>
            <a:ext cx="3649218" cy="3302932"/>
          </a:xfrm>
        </p:spPr>
        <p:txBody>
          <a:bodyPr>
            <a:normAutofit/>
          </a:bodyPr>
          <a:lstStyle/>
          <a:p>
            <a:r>
              <a:rPr lang="en-US"/>
              <a:t>Click icon to add chart</a:t>
            </a:r>
            <a:endParaRPr lang="en-CA" dirty="0"/>
          </a:p>
        </p:txBody>
      </p:sp>
      <p:sp>
        <p:nvSpPr>
          <p:cNvPr id="12" name="Title 1">
            <a:extLst>
              <a:ext uri="{FF2B5EF4-FFF2-40B4-BE49-F238E27FC236}">
                <a16:creationId xmlns:a16="http://schemas.microsoft.com/office/drawing/2014/main" id="{C52885FD-D524-1F40-92DB-FD8D951B23F7}"/>
              </a:ext>
            </a:extLst>
          </p:cNvPr>
          <p:cNvSpPr>
            <a:spLocks noGrp="1"/>
          </p:cNvSpPr>
          <p:nvPr>
            <p:ph type="title"/>
          </p:nvPr>
        </p:nvSpPr>
        <p:spPr>
          <a:xfrm>
            <a:off x="457200" y="0"/>
            <a:ext cx="5715000" cy="592920"/>
          </a:xfrm>
        </p:spPr>
        <p:txBody>
          <a:bodyPr anchor="b">
            <a:normAutofit/>
          </a:bodyPr>
          <a:lstStyle/>
          <a:p>
            <a:r>
              <a:rPr lang="en-US"/>
              <a:t>Click to edit Master title style</a:t>
            </a:r>
            <a:endParaRPr lang="en-CA" dirty="0"/>
          </a:p>
        </p:txBody>
      </p:sp>
      <p:sp>
        <p:nvSpPr>
          <p:cNvPr id="4" name="Footer Placeholder 3">
            <a:extLst>
              <a:ext uri="{FF2B5EF4-FFF2-40B4-BE49-F238E27FC236}">
                <a16:creationId xmlns:a16="http://schemas.microsoft.com/office/drawing/2014/main" id="{94D81065-3F09-1C41-912C-FBBDAC0C1ED9}"/>
              </a:ext>
            </a:extLst>
          </p:cNvPr>
          <p:cNvSpPr>
            <a:spLocks noGrp="1"/>
          </p:cNvSpPr>
          <p:nvPr>
            <p:ph type="ftr" sz="quarter" idx="17"/>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BDBD6F91-F3F2-BF46-B234-B8382EB5388F}"/>
              </a:ext>
            </a:extLst>
          </p:cNvPr>
          <p:cNvSpPr>
            <a:spLocks noGrp="1"/>
          </p:cNvSpPr>
          <p:nvPr>
            <p:ph type="sldNum" sz="quarter" idx="18"/>
          </p:nvPr>
        </p:nvSpPr>
        <p:spPr/>
        <p:txBody>
          <a:bodyPr>
            <a:normAutofit/>
          </a:bodyPr>
          <a:lstStyle/>
          <a:p>
            <a:fld id="{40398868-2947-614B-BB3E-A2C303F7BA40}" type="slidenum">
              <a:rPr lang="en-CA" smtClean="0"/>
              <a:t>‹#›</a:t>
            </a:fld>
            <a:endParaRPr lang="en-CA" dirty="0"/>
          </a:p>
        </p:txBody>
      </p:sp>
      <p:sp>
        <p:nvSpPr>
          <p:cNvPr id="11" name="Text Placeholder 8">
            <a:extLst>
              <a:ext uri="{FF2B5EF4-FFF2-40B4-BE49-F238E27FC236}">
                <a16:creationId xmlns:a16="http://schemas.microsoft.com/office/drawing/2014/main" id="{005A989B-3068-2F45-AEF4-022AF0B28CA2}"/>
              </a:ext>
            </a:extLst>
          </p:cNvPr>
          <p:cNvSpPr>
            <a:spLocks noGrp="1"/>
          </p:cNvSpPr>
          <p:nvPr>
            <p:ph type="body" sz="quarter" idx="14" hasCustomPrompt="1"/>
          </p:nvPr>
        </p:nvSpPr>
        <p:spPr>
          <a:xfrm>
            <a:off x="457200" y="580220"/>
            <a:ext cx="57150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15661921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le &amp; Subhead Onl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0252D6F-244C-7D4E-ABC2-511B8AA2287C}"/>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14" name="Text Placeholder 13">
            <a:extLst>
              <a:ext uri="{FF2B5EF4-FFF2-40B4-BE49-F238E27FC236}">
                <a16:creationId xmlns:a16="http://schemas.microsoft.com/office/drawing/2014/main" id="{4A0C6C20-4D0B-1440-8553-07B4F831CE41}"/>
              </a:ext>
            </a:extLst>
          </p:cNvPr>
          <p:cNvSpPr>
            <a:spLocks noGrp="1"/>
          </p:cNvSpPr>
          <p:nvPr>
            <p:ph type="body" sz="quarter" idx="17"/>
          </p:nvPr>
        </p:nvSpPr>
        <p:spPr>
          <a:xfrm>
            <a:off x="2532698" y="3907290"/>
            <a:ext cx="5468302" cy="378960"/>
          </a:xfrm>
          <a:solidFill>
            <a:schemeClr val="accent4">
              <a:lumMod val="40000"/>
              <a:lumOff val="60000"/>
            </a:schemeClr>
          </a:solidFill>
        </p:spPr>
        <p:txBody>
          <a:bodyPr lIns="164592" tIns="45720" rIns="164592" bIns="45720" anchor="ctr" anchorCtr="0">
            <a:normAutofit/>
          </a:bodyPr>
          <a:lstStyle>
            <a:lvl1pPr>
              <a:lnSpc>
                <a:spcPct val="100000"/>
              </a:lnSpc>
              <a:spcBef>
                <a:spcPts val="0"/>
              </a:spcBef>
              <a:defRPr sz="900"/>
            </a:lvl1pPr>
          </a:lstStyle>
          <a:p>
            <a:pPr lvl="0"/>
            <a:r>
              <a:rPr lang="en-US"/>
              <a:t>Click to edit Master text styles</a:t>
            </a:r>
          </a:p>
        </p:txBody>
      </p:sp>
      <p:sp>
        <p:nvSpPr>
          <p:cNvPr id="15" name="Content Placeholder 2">
            <a:extLst>
              <a:ext uri="{FF2B5EF4-FFF2-40B4-BE49-F238E27FC236}">
                <a16:creationId xmlns:a16="http://schemas.microsoft.com/office/drawing/2014/main" id="{336C90F3-B959-D743-9A6A-8CC85D616B9C}"/>
              </a:ext>
            </a:extLst>
          </p:cNvPr>
          <p:cNvSpPr>
            <a:spLocks noGrp="1"/>
          </p:cNvSpPr>
          <p:nvPr>
            <p:ph idx="1"/>
          </p:nvPr>
        </p:nvSpPr>
        <p:spPr>
          <a:xfrm>
            <a:off x="457200" y="971550"/>
            <a:ext cx="5468301" cy="2743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8" name="Picture Placeholder 14">
            <a:extLst>
              <a:ext uri="{FF2B5EF4-FFF2-40B4-BE49-F238E27FC236}">
                <a16:creationId xmlns:a16="http://schemas.microsoft.com/office/drawing/2014/main" id="{5E0A06E1-AE9A-CA49-8D4C-6C28907A43FB}"/>
              </a:ext>
            </a:extLst>
          </p:cNvPr>
          <p:cNvSpPr>
            <a:spLocks noGrp="1"/>
          </p:cNvSpPr>
          <p:nvPr>
            <p:ph type="pic" sz="quarter" idx="19"/>
          </p:nvPr>
        </p:nvSpPr>
        <p:spPr>
          <a:xfrm>
            <a:off x="457200" y="2743200"/>
            <a:ext cx="1913382" cy="1543050"/>
          </a:xfrm>
        </p:spPr>
        <p:txBody>
          <a:bodyPr>
            <a:normAutofit/>
          </a:bodyPr>
          <a:lstStyle/>
          <a:p>
            <a:r>
              <a:rPr lang="en-US"/>
              <a:t>Click icon to add picture</a:t>
            </a:r>
            <a:endParaRPr lang="en-CA" dirty="0"/>
          </a:p>
        </p:txBody>
      </p:sp>
      <p:sp>
        <p:nvSpPr>
          <p:cNvPr id="19" name="Picture Placeholder 10">
            <a:extLst>
              <a:ext uri="{FF2B5EF4-FFF2-40B4-BE49-F238E27FC236}">
                <a16:creationId xmlns:a16="http://schemas.microsoft.com/office/drawing/2014/main" id="{506CE8FF-EEAF-5341-8925-F78F24FC7615}"/>
              </a:ext>
            </a:extLst>
          </p:cNvPr>
          <p:cNvSpPr>
            <a:spLocks noGrp="1"/>
          </p:cNvSpPr>
          <p:nvPr>
            <p:ph type="pic" sz="quarter" idx="18"/>
          </p:nvPr>
        </p:nvSpPr>
        <p:spPr>
          <a:xfrm>
            <a:off x="457200" y="971550"/>
            <a:ext cx="1913382" cy="1543050"/>
          </a:xfrm>
        </p:spPr>
        <p:txBody>
          <a:bodyPr>
            <a:normAutofit/>
          </a:bodyPr>
          <a:lstStyle/>
          <a:p>
            <a:r>
              <a:rPr lang="en-US"/>
              <a:t>Click icon to add picture</a:t>
            </a:r>
            <a:endParaRPr lang="en-CA" dirty="0"/>
          </a:p>
        </p:txBody>
      </p:sp>
      <p:sp>
        <p:nvSpPr>
          <p:cNvPr id="16" name="Title 1">
            <a:extLst>
              <a:ext uri="{FF2B5EF4-FFF2-40B4-BE49-F238E27FC236}">
                <a16:creationId xmlns:a16="http://schemas.microsoft.com/office/drawing/2014/main" id="{AB7CFDCD-3BAA-384B-A9B9-034E19C8142D}"/>
              </a:ext>
            </a:extLst>
          </p:cNvPr>
          <p:cNvSpPr>
            <a:spLocks noGrp="1"/>
          </p:cNvSpPr>
          <p:nvPr>
            <p:ph type="title"/>
          </p:nvPr>
        </p:nvSpPr>
        <p:spPr>
          <a:xfrm>
            <a:off x="457200" y="0"/>
            <a:ext cx="7543799" cy="592920"/>
          </a:xfrm>
        </p:spPr>
        <p:txBody>
          <a:bodyPr anchor="b">
            <a:normAutofit/>
          </a:bodyPr>
          <a:lstStyle/>
          <a:p>
            <a:r>
              <a:rPr lang="en-US"/>
              <a:t>Click to edit Master title style</a:t>
            </a:r>
            <a:endParaRPr lang="en-CA" dirty="0"/>
          </a:p>
        </p:txBody>
      </p:sp>
      <p:sp>
        <p:nvSpPr>
          <p:cNvPr id="4" name="Footer Placeholder 3">
            <a:extLst>
              <a:ext uri="{FF2B5EF4-FFF2-40B4-BE49-F238E27FC236}">
                <a16:creationId xmlns:a16="http://schemas.microsoft.com/office/drawing/2014/main" id="{E942264D-3A3B-AD48-A839-744E2D3A83B8}"/>
              </a:ext>
            </a:extLst>
          </p:cNvPr>
          <p:cNvSpPr>
            <a:spLocks noGrp="1"/>
          </p:cNvSpPr>
          <p:nvPr>
            <p:ph type="ftr" sz="quarter" idx="21"/>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6FCEECB5-3318-AB47-A01D-CCC6CF3E8D37}"/>
              </a:ext>
            </a:extLst>
          </p:cNvPr>
          <p:cNvSpPr>
            <a:spLocks noGrp="1"/>
          </p:cNvSpPr>
          <p:nvPr>
            <p:ph type="sldNum" sz="quarter" idx="22"/>
          </p:nvPr>
        </p:nvSpPr>
        <p:spPr/>
        <p:txBody>
          <a:bodyPr>
            <a:normAutofit/>
          </a:bodyPr>
          <a:lstStyle/>
          <a:p>
            <a:fld id="{40398868-2947-614B-BB3E-A2C303F7BA40}" type="slidenum">
              <a:rPr lang="en-CA" smtClean="0"/>
              <a:t>‹#›</a:t>
            </a:fld>
            <a:endParaRPr lang="en-CA" dirty="0"/>
          </a:p>
        </p:txBody>
      </p:sp>
      <p:sp>
        <p:nvSpPr>
          <p:cNvPr id="21" name="Text Placeholder 8">
            <a:extLst>
              <a:ext uri="{FF2B5EF4-FFF2-40B4-BE49-F238E27FC236}">
                <a16:creationId xmlns:a16="http://schemas.microsoft.com/office/drawing/2014/main" id="{410BC1DA-49E2-0346-A100-FD611A585092}"/>
              </a:ext>
            </a:extLst>
          </p:cNvPr>
          <p:cNvSpPr>
            <a:spLocks noGrp="1"/>
          </p:cNvSpPr>
          <p:nvPr>
            <p:ph type="body" sz="quarter" idx="14" hasCustomPrompt="1"/>
          </p:nvPr>
        </p:nvSpPr>
        <p:spPr>
          <a:xfrm>
            <a:off x="457200" y="580220"/>
            <a:ext cx="75438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29931959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Title &amp; Subhead Only">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113C7D5-FF63-874A-A086-44BE52D4AEC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2" name="Title 1">
            <a:extLst>
              <a:ext uri="{FF2B5EF4-FFF2-40B4-BE49-F238E27FC236}">
                <a16:creationId xmlns:a16="http://schemas.microsoft.com/office/drawing/2014/main" id="{D089F7DF-4377-47A2-B733-FBEECC7CECFC}"/>
              </a:ext>
            </a:extLst>
          </p:cNvPr>
          <p:cNvSpPr>
            <a:spLocks noGrp="1"/>
          </p:cNvSpPr>
          <p:nvPr>
            <p:ph type="title"/>
          </p:nvPr>
        </p:nvSpPr>
        <p:spPr>
          <a:xfrm>
            <a:off x="457200" y="0"/>
            <a:ext cx="5715000" cy="592920"/>
          </a:xfrm>
        </p:spPr>
        <p:txBody>
          <a:bodyPr anchor="b">
            <a:normAutofit/>
          </a:bodyPr>
          <a:lstStyle/>
          <a:p>
            <a:r>
              <a:rPr lang="en-US"/>
              <a:t>Click to edit Master title style</a:t>
            </a:r>
            <a:endParaRPr lang="en-CA" dirty="0"/>
          </a:p>
        </p:txBody>
      </p:sp>
      <p:sp>
        <p:nvSpPr>
          <p:cNvPr id="14" name="Text Placeholder 13">
            <a:extLst>
              <a:ext uri="{FF2B5EF4-FFF2-40B4-BE49-F238E27FC236}">
                <a16:creationId xmlns:a16="http://schemas.microsoft.com/office/drawing/2014/main" id="{4A0C6C20-4D0B-1440-8553-07B4F831CE41}"/>
              </a:ext>
            </a:extLst>
          </p:cNvPr>
          <p:cNvSpPr>
            <a:spLocks noGrp="1"/>
          </p:cNvSpPr>
          <p:nvPr>
            <p:ph type="body" sz="quarter" idx="17"/>
          </p:nvPr>
        </p:nvSpPr>
        <p:spPr>
          <a:xfrm>
            <a:off x="2532697" y="3907290"/>
            <a:ext cx="5468299" cy="378960"/>
          </a:xfrm>
          <a:solidFill>
            <a:schemeClr val="accent4">
              <a:lumMod val="40000"/>
              <a:lumOff val="60000"/>
            </a:schemeClr>
          </a:solidFill>
        </p:spPr>
        <p:txBody>
          <a:bodyPr lIns="164592" tIns="45720" rIns="164592" bIns="45720" anchor="ctr" anchorCtr="0">
            <a:normAutofit/>
          </a:bodyPr>
          <a:lstStyle>
            <a:lvl1pPr>
              <a:lnSpc>
                <a:spcPct val="100000"/>
              </a:lnSpc>
              <a:spcBef>
                <a:spcPts val="0"/>
              </a:spcBef>
              <a:defRPr sz="900"/>
            </a:lvl1pPr>
          </a:lstStyle>
          <a:p>
            <a:pPr lvl="0"/>
            <a:r>
              <a:rPr lang="en-US"/>
              <a:t>Click to edit Master text styles</a:t>
            </a:r>
          </a:p>
        </p:txBody>
      </p:sp>
      <p:sp>
        <p:nvSpPr>
          <p:cNvPr id="15" name="Content Placeholder 2">
            <a:extLst>
              <a:ext uri="{FF2B5EF4-FFF2-40B4-BE49-F238E27FC236}">
                <a16:creationId xmlns:a16="http://schemas.microsoft.com/office/drawing/2014/main" id="{336C90F3-B959-D743-9A6A-8CC85D616B9C}"/>
              </a:ext>
            </a:extLst>
          </p:cNvPr>
          <p:cNvSpPr>
            <a:spLocks noGrp="1"/>
          </p:cNvSpPr>
          <p:nvPr>
            <p:ph idx="1"/>
          </p:nvPr>
        </p:nvSpPr>
        <p:spPr>
          <a:xfrm>
            <a:off x="2532699" y="971550"/>
            <a:ext cx="5468300" cy="2743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8" name="Picture Placeholder 14">
            <a:extLst>
              <a:ext uri="{FF2B5EF4-FFF2-40B4-BE49-F238E27FC236}">
                <a16:creationId xmlns:a16="http://schemas.microsoft.com/office/drawing/2014/main" id="{5E0A06E1-AE9A-CA49-8D4C-6C28907A43FB}"/>
              </a:ext>
            </a:extLst>
          </p:cNvPr>
          <p:cNvSpPr>
            <a:spLocks noGrp="1"/>
          </p:cNvSpPr>
          <p:nvPr>
            <p:ph type="pic" sz="quarter" idx="19"/>
          </p:nvPr>
        </p:nvSpPr>
        <p:spPr>
          <a:xfrm>
            <a:off x="457200" y="2743200"/>
            <a:ext cx="1913382" cy="1543050"/>
          </a:xfrm>
        </p:spPr>
        <p:txBody>
          <a:bodyPr>
            <a:normAutofit/>
          </a:bodyPr>
          <a:lstStyle/>
          <a:p>
            <a:r>
              <a:rPr lang="en-US"/>
              <a:t>Click icon to add picture</a:t>
            </a:r>
            <a:endParaRPr lang="en-CA" dirty="0"/>
          </a:p>
        </p:txBody>
      </p:sp>
      <p:sp>
        <p:nvSpPr>
          <p:cNvPr id="19" name="Picture Placeholder 10">
            <a:extLst>
              <a:ext uri="{FF2B5EF4-FFF2-40B4-BE49-F238E27FC236}">
                <a16:creationId xmlns:a16="http://schemas.microsoft.com/office/drawing/2014/main" id="{506CE8FF-EEAF-5341-8925-F78F24FC7615}"/>
              </a:ext>
            </a:extLst>
          </p:cNvPr>
          <p:cNvSpPr>
            <a:spLocks noGrp="1"/>
          </p:cNvSpPr>
          <p:nvPr>
            <p:ph type="pic" sz="quarter" idx="18"/>
          </p:nvPr>
        </p:nvSpPr>
        <p:spPr>
          <a:xfrm>
            <a:off x="457200" y="971550"/>
            <a:ext cx="1913382" cy="1543050"/>
          </a:xfrm>
        </p:spPr>
        <p:txBody>
          <a:bodyPr>
            <a:normAutofit/>
          </a:bodyPr>
          <a:lstStyle/>
          <a:p>
            <a:r>
              <a:rPr lang="en-US"/>
              <a:t>Click icon to add picture</a:t>
            </a:r>
            <a:endParaRPr lang="en-CA" dirty="0"/>
          </a:p>
        </p:txBody>
      </p:sp>
      <p:sp>
        <p:nvSpPr>
          <p:cNvPr id="5" name="Footer Placeholder 4">
            <a:extLst>
              <a:ext uri="{FF2B5EF4-FFF2-40B4-BE49-F238E27FC236}">
                <a16:creationId xmlns:a16="http://schemas.microsoft.com/office/drawing/2014/main" id="{0265BCBE-14BF-EF44-9E72-07F057526E72}"/>
              </a:ext>
            </a:extLst>
          </p:cNvPr>
          <p:cNvSpPr>
            <a:spLocks noGrp="1"/>
          </p:cNvSpPr>
          <p:nvPr>
            <p:ph type="ftr" sz="quarter" idx="21"/>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33E32AB7-E786-FB49-B961-E4AF63BB1EF0}"/>
              </a:ext>
            </a:extLst>
          </p:cNvPr>
          <p:cNvSpPr>
            <a:spLocks noGrp="1"/>
          </p:cNvSpPr>
          <p:nvPr>
            <p:ph type="sldNum" sz="quarter" idx="22"/>
          </p:nvPr>
        </p:nvSpPr>
        <p:spPr/>
        <p:txBody>
          <a:bodyPr>
            <a:normAutofit/>
          </a:bodyPr>
          <a:lstStyle/>
          <a:p>
            <a:fld id="{40398868-2947-614B-BB3E-A2C303F7BA40}" type="slidenum">
              <a:rPr lang="en-CA" smtClean="0"/>
              <a:t>‹#›</a:t>
            </a:fld>
            <a:endParaRPr lang="en-CA" dirty="0"/>
          </a:p>
        </p:txBody>
      </p:sp>
      <p:sp>
        <p:nvSpPr>
          <p:cNvPr id="20" name="Text Placeholder 8">
            <a:extLst>
              <a:ext uri="{FF2B5EF4-FFF2-40B4-BE49-F238E27FC236}">
                <a16:creationId xmlns:a16="http://schemas.microsoft.com/office/drawing/2014/main" id="{56110FCD-B00C-894C-8FC6-0D6961AF8BED}"/>
              </a:ext>
            </a:extLst>
          </p:cNvPr>
          <p:cNvSpPr>
            <a:spLocks noGrp="1"/>
          </p:cNvSpPr>
          <p:nvPr>
            <p:ph type="body" sz="quarter" idx="14" hasCustomPrompt="1"/>
          </p:nvPr>
        </p:nvSpPr>
        <p:spPr>
          <a:xfrm>
            <a:off x="457200" y="580220"/>
            <a:ext cx="57150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1913372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mp; Subhead Only">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A9227DE-0970-4048-812B-0C8E04F6CB0A}"/>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2" name="Title 1">
            <a:extLst>
              <a:ext uri="{FF2B5EF4-FFF2-40B4-BE49-F238E27FC236}">
                <a16:creationId xmlns:a16="http://schemas.microsoft.com/office/drawing/2014/main" id="{D089F7DF-4377-47A2-B733-FBEECC7CECFC}"/>
              </a:ext>
            </a:extLst>
          </p:cNvPr>
          <p:cNvSpPr>
            <a:spLocks noGrp="1"/>
          </p:cNvSpPr>
          <p:nvPr>
            <p:ph type="title"/>
          </p:nvPr>
        </p:nvSpPr>
        <p:spPr>
          <a:xfrm>
            <a:off x="457200" y="0"/>
            <a:ext cx="7543799" cy="592920"/>
          </a:xfrm>
        </p:spPr>
        <p:txBody>
          <a:bodyPr anchor="b">
            <a:normAutofit/>
          </a:bodyPr>
          <a:lstStyle/>
          <a:p>
            <a:r>
              <a:rPr lang="en-US"/>
              <a:t>Click to edit Master title style</a:t>
            </a:r>
            <a:endParaRPr lang="en-CA" dirty="0"/>
          </a:p>
        </p:txBody>
      </p:sp>
      <p:sp>
        <p:nvSpPr>
          <p:cNvPr id="14" name="Text Placeholder 13">
            <a:extLst>
              <a:ext uri="{FF2B5EF4-FFF2-40B4-BE49-F238E27FC236}">
                <a16:creationId xmlns:a16="http://schemas.microsoft.com/office/drawing/2014/main" id="{4A0C6C20-4D0B-1440-8553-07B4F831CE41}"/>
              </a:ext>
            </a:extLst>
          </p:cNvPr>
          <p:cNvSpPr>
            <a:spLocks noGrp="1"/>
          </p:cNvSpPr>
          <p:nvPr>
            <p:ph type="body" sz="quarter" idx="17"/>
          </p:nvPr>
        </p:nvSpPr>
        <p:spPr>
          <a:xfrm>
            <a:off x="2532698" y="3907290"/>
            <a:ext cx="5468302" cy="378960"/>
          </a:xfrm>
          <a:solidFill>
            <a:schemeClr val="accent4">
              <a:lumMod val="40000"/>
              <a:lumOff val="60000"/>
            </a:schemeClr>
          </a:solidFill>
        </p:spPr>
        <p:txBody>
          <a:bodyPr lIns="164592" tIns="45720" rIns="164592" bIns="45720" anchor="ctr" anchorCtr="0">
            <a:normAutofit/>
          </a:bodyPr>
          <a:lstStyle>
            <a:lvl1pPr>
              <a:lnSpc>
                <a:spcPct val="100000"/>
              </a:lnSpc>
              <a:spcBef>
                <a:spcPts val="0"/>
              </a:spcBef>
              <a:defRPr sz="900"/>
            </a:lvl1pPr>
          </a:lstStyle>
          <a:p>
            <a:pPr lvl="0"/>
            <a:r>
              <a:rPr lang="en-US"/>
              <a:t>Click to edit Master text styles</a:t>
            </a:r>
          </a:p>
        </p:txBody>
      </p:sp>
      <p:sp>
        <p:nvSpPr>
          <p:cNvPr id="15" name="Content Placeholder 2">
            <a:extLst>
              <a:ext uri="{FF2B5EF4-FFF2-40B4-BE49-F238E27FC236}">
                <a16:creationId xmlns:a16="http://schemas.microsoft.com/office/drawing/2014/main" id="{336C90F3-B959-D743-9A6A-8CC85D616B9C}"/>
              </a:ext>
            </a:extLst>
          </p:cNvPr>
          <p:cNvSpPr>
            <a:spLocks noGrp="1"/>
          </p:cNvSpPr>
          <p:nvPr>
            <p:ph idx="1"/>
          </p:nvPr>
        </p:nvSpPr>
        <p:spPr>
          <a:xfrm>
            <a:off x="2532698" y="971550"/>
            <a:ext cx="5468301" cy="2743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6" name="Chart Placeholder 11">
            <a:extLst>
              <a:ext uri="{FF2B5EF4-FFF2-40B4-BE49-F238E27FC236}">
                <a16:creationId xmlns:a16="http://schemas.microsoft.com/office/drawing/2014/main" id="{57556987-10CC-B749-98CE-16A611ED63CC}"/>
              </a:ext>
            </a:extLst>
          </p:cNvPr>
          <p:cNvSpPr>
            <a:spLocks noGrp="1"/>
          </p:cNvSpPr>
          <p:nvPr>
            <p:ph type="chart" sz="quarter" idx="16"/>
          </p:nvPr>
        </p:nvSpPr>
        <p:spPr>
          <a:xfrm>
            <a:off x="457200" y="2743200"/>
            <a:ext cx="1913335" cy="1543050"/>
          </a:xfrm>
        </p:spPr>
        <p:txBody>
          <a:bodyPr>
            <a:normAutofit/>
          </a:bodyPr>
          <a:lstStyle/>
          <a:p>
            <a:r>
              <a:rPr lang="en-US"/>
              <a:t>Click icon to add chart</a:t>
            </a:r>
            <a:endParaRPr lang="en-CA" dirty="0"/>
          </a:p>
        </p:txBody>
      </p:sp>
      <p:sp>
        <p:nvSpPr>
          <p:cNvPr id="17" name="Chart Placeholder 9">
            <a:extLst>
              <a:ext uri="{FF2B5EF4-FFF2-40B4-BE49-F238E27FC236}">
                <a16:creationId xmlns:a16="http://schemas.microsoft.com/office/drawing/2014/main" id="{455688DA-0302-624B-9DDB-72403F646CAB}"/>
              </a:ext>
            </a:extLst>
          </p:cNvPr>
          <p:cNvSpPr>
            <a:spLocks noGrp="1"/>
          </p:cNvSpPr>
          <p:nvPr>
            <p:ph type="chart" sz="quarter" idx="15"/>
          </p:nvPr>
        </p:nvSpPr>
        <p:spPr>
          <a:xfrm>
            <a:off x="457200" y="973971"/>
            <a:ext cx="1913382" cy="1543050"/>
          </a:xfrm>
        </p:spPr>
        <p:txBody>
          <a:bodyPr>
            <a:normAutofit/>
          </a:bodyPr>
          <a:lstStyle/>
          <a:p>
            <a:r>
              <a:rPr lang="en-US"/>
              <a:t>Click icon to add chart</a:t>
            </a:r>
            <a:endParaRPr lang="en-CA" dirty="0"/>
          </a:p>
        </p:txBody>
      </p:sp>
      <p:sp>
        <p:nvSpPr>
          <p:cNvPr id="5" name="Footer Placeholder 4">
            <a:extLst>
              <a:ext uri="{FF2B5EF4-FFF2-40B4-BE49-F238E27FC236}">
                <a16:creationId xmlns:a16="http://schemas.microsoft.com/office/drawing/2014/main" id="{42ACA888-255D-214A-A95C-4C80659631D6}"/>
              </a:ext>
            </a:extLst>
          </p:cNvPr>
          <p:cNvSpPr>
            <a:spLocks noGrp="1"/>
          </p:cNvSpPr>
          <p:nvPr>
            <p:ph type="ftr" sz="quarter" idx="19"/>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8117E3F8-D5DB-4B45-8004-8087D803BDA5}"/>
              </a:ext>
            </a:extLst>
          </p:cNvPr>
          <p:cNvSpPr>
            <a:spLocks noGrp="1"/>
          </p:cNvSpPr>
          <p:nvPr>
            <p:ph type="sldNum" sz="quarter" idx="20"/>
          </p:nvPr>
        </p:nvSpPr>
        <p:spPr/>
        <p:txBody>
          <a:bodyPr>
            <a:normAutofit/>
          </a:bodyPr>
          <a:lstStyle/>
          <a:p>
            <a:fld id="{40398868-2947-614B-BB3E-A2C303F7BA40}" type="slidenum">
              <a:rPr lang="en-CA" smtClean="0"/>
              <a:t>‹#›</a:t>
            </a:fld>
            <a:endParaRPr lang="en-CA" dirty="0"/>
          </a:p>
        </p:txBody>
      </p:sp>
      <p:sp>
        <p:nvSpPr>
          <p:cNvPr id="18" name="Text Placeholder 8">
            <a:extLst>
              <a:ext uri="{FF2B5EF4-FFF2-40B4-BE49-F238E27FC236}">
                <a16:creationId xmlns:a16="http://schemas.microsoft.com/office/drawing/2014/main" id="{AE51FD53-A26E-BA4D-BC5B-6AF35FC4C916}"/>
              </a:ext>
            </a:extLst>
          </p:cNvPr>
          <p:cNvSpPr>
            <a:spLocks noGrp="1"/>
          </p:cNvSpPr>
          <p:nvPr>
            <p:ph type="body" sz="quarter" idx="14" hasCustomPrompt="1"/>
          </p:nvPr>
        </p:nvSpPr>
        <p:spPr>
          <a:xfrm>
            <a:off x="457200" y="580220"/>
            <a:ext cx="75438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16345056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amp; Subhead Only">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28EAC7E-03B8-504D-9FEB-144125DEDBD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2" name="Title 1">
            <a:extLst>
              <a:ext uri="{FF2B5EF4-FFF2-40B4-BE49-F238E27FC236}">
                <a16:creationId xmlns:a16="http://schemas.microsoft.com/office/drawing/2014/main" id="{D089F7DF-4377-47A2-B733-FBEECC7CECFC}"/>
              </a:ext>
            </a:extLst>
          </p:cNvPr>
          <p:cNvSpPr>
            <a:spLocks noGrp="1"/>
          </p:cNvSpPr>
          <p:nvPr>
            <p:ph type="title"/>
          </p:nvPr>
        </p:nvSpPr>
        <p:spPr>
          <a:xfrm>
            <a:off x="457200" y="0"/>
            <a:ext cx="5715000" cy="592920"/>
          </a:xfrm>
        </p:spPr>
        <p:txBody>
          <a:bodyPr anchor="b">
            <a:normAutofit/>
          </a:bodyPr>
          <a:lstStyle/>
          <a:p>
            <a:r>
              <a:rPr lang="en-US"/>
              <a:t>Click to edit Master title style</a:t>
            </a:r>
            <a:endParaRPr lang="en-CA" dirty="0"/>
          </a:p>
        </p:txBody>
      </p:sp>
      <p:sp>
        <p:nvSpPr>
          <p:cNvPr id="14" name="Text Placeholder 13">
            <a:extLst>
              <a:ext uri="{FF2B5EF4-FFF2-40B4-BE49-F238E27FC236}">
                <a16:creationId xmlns:a16="http://schemas.microsoft.com/office/drawing/2014/main" id="{4A0C6C20-4D0B-1440-8553-07B4F831CE41}"/>
              </a:ext>
            </a:extLst>
          </p:cNvPr>
          <p:cNvSpPr>
            <a:spLocks noGrp="1"/>
          </p:cNvSpPr>
          <p:nvPr>
            <p:ph type="body" sz="quarter" idx="17"/>
          </p:nvPr>
        </p:nvSpPr>
        <p:spPr>
          <a:xfrm>
            <a:off x="2532698" y="3907290"/>
            <a:ext cx="5468302" cy="378960"/>
          </a:xfrm>
          <a:solidFill>
            <a:schemeClr val="accent4">
              <a:lumMod val="40000"/>
              <a:lumOff val="60000"/>
            </a:schemeClr>
          </a:solidFill>
        </p:spPr>
        <p:txBody>
          <a:bodyPr lIns="164592" tIns="45720" rIns="164592" bIns="45720" anchor="ctr" anchorCtr="0">
            <a:normAutofit/>
          </a:bodyPr>
          <a:lstStyle>
            <a:lvl1pPr>
              <a:lnSpc>
                <a:spcPct val="100000"/>
              </a:lnSpc>
              <a:spcBef>
                <a:spcPts val="0"/>
              </a:spcBef>
              <a:defRPr sz="900"/>
            </a:lvl1pPr>
          </a:lstStyle>
          <a:p>
            <a:pPr lvl="0"/>
            <a:r>
              <a:rPr lang="en-US"/>
              <a:t>Click to edit Master text styles</a:t>
            </a:r>
          </a:p>
        </p:txBody>
      </p:sp>
      <p:sp>
        <p:nvSpPr>
          <p:cNvPr id="15" name="Content Placeholder 2">
            <a:extLst>
              <a:ext uri="{FF2B5EF4-FFF2-40B4-BE49-F238E27FC236}">
                <a16:creationId xmlns:a16="http://schemas.microsoft.com/office/drawing/2014/main" id="{336C90F3-B959-D743-9A6A-8CC85D616B9C}"/>
              </a:ext>
            </a:extLst>
          </p:cNvPr>
          <p:cNvSpPr>
            <a:spLocks noGrp="1"/>
          </p:cNvSpPr>
          <p:nvPr>
            <p:ph idx="1"/>
          </p:nvPr>
        </p:nvSpPr>
        <p:spPr>
          <a:xfrm>
            <a:off x="2532698" y="971550"/>
            <a:ext cx="5468301" cy="2743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16" name="Chart Placeholder 11">
            <a:extLst>
              <a:ext uri="{FF2B5EF4-FFF2-40B4-BE49-F238E27FC236}">
                <a16:creationId xmlns:a16="http://schemas.microsoft.com/office/drawing/2014/main" id="{57556987-10CC-B749-98CE-16A611ED63CC}"/>
              </a:ext>
            </a:extLst>
          </p:cNvPr>
          <p:cNvSpPr>
            <a:spLocks noGrp="1"/>
          </p:cNvSpPr>
          <p:nvPr>
            <p:ph type="chart" sz="quarter" idx="16"/>
          </p:nvPr>
        </p:nvSpPr>
        <p:spPr>
          <a:xfrm>
            <a:off x="457200" y="2743200"/>
            <a:ext cx="1913335" cy="1543050"/>
          </a:xfrm>
        </p:spPr>
        <p:txBody>
          <a:bodyPr>
            <a:normAutofit/>
          </a:bodyPr>
          <a:lstStyle/>
          <a:p>
            <a:r>
              <a:rPr lang="en-US"/>
              <a:t>Click icon to add chart</a:t>
            </a:r>
            <a:endParaRPr lang="en-CA" dirty="0"/>
          </a:p>
        </p:txBody>
      </p:sp>
      <p:sp>
        <p:nvSpPr>
          <p:cNvPr id="17" name="Chart Placeholder 9">
            <a:extLst>
              <a:ext uri="{FF2B5EF4-FFF2-40B4-BE49-F238E27FC236}">
                <a16:creationId xmlns:a16="http://schemas.microsoft.com/office/drawing/2014/main" id="{455688DA-0302-624B-9DDB-72403F646CAB}"/>
              </a:ext>
            </a:extLst>
          </p:cNvPr>
          <p:cNvSpPr>
            <a:spLocks noGrp="1"/>
          </p:cNvSpPr>
          <p:nvPr>
            <p:ph type="chart" sz="quarter" idx="15"/>
          </p:nvPr>
        </p:nvSpPr>
        <p:spPr>
          <a:xfrm>
            <a:off x="457200" y="973971"/>
            <a:ext cx="1913382" cy="1543050"/>
          </a:xfrm>
        </p:spPr>
        <p:txBody>
          <a:bodyPr>
            <a:normAutofit/>
          </a:bodyPr>
          <a:lstStyle/>
          <a:p>
            <a:r>
              <a:rPr lang="en-US"/>
              <a:t>Click icon to add chart</a:t>
            </a:r>
            <a:endParaRPr lang="en-CA" dirty="0"/>
          </a:p>
        </p:txBody>
      </p:sp>
      <p:sp>
        <p:nvSpPr>
          <p:cNvPr id="5" name="Footer Placeholder 4">
            <a:extLst>
              <a:ext uri="{FF2B5EF4-FFF2-40B4-BE49-F238E27FC236}">
                <a16:creationId xmlns:a16="http://schemas.microsoft.com/office/drawing/2014/main" id="{FE3825BD-027E-5148-B555-D3A1B32EA4A8}"/>
              </a:ext>
            </a:extLst>
          </p:cNvPr>
          <p:cNvSpPr>
            <a:spLocks noGrp="1"/>
          </p:cNvSpPr>
          <p:nvPr>
            <p:ph type="ftr" sz="quarter" idx="19"/>
          </p:nvPr>
        </p:nvSpPr>
        <p:spPr>
          <a:xfrm>
            <a:off x="457200" y="4447689"/>
            <a:ext cx="7532060" cy="273844"/>
          </a:xfrm>
        </p:spPr>
        <p:txBody>
          <a:bodyPr>
            <a:normAutofit/>
          </a:bodyPr>
          <a:lstStyle/>
          <a:p>
            <a:endParaRPr lang="en-CA" dirty="0"/>
          </a:p>
        </p:txBody>
      </p:sp>
      <p:sp>
        <p:nvSpPr>
          <p:cNvPr id="6" name="Slide Number Placeholder 5">
            <a:extLst>
              <a:ext uri="{FF2B5EF4-FFF2-40B4-BE49-F238E27FC236}">
                <a16:creationId xmlns:a16="http://schemas.microsoft.com/office/drawing/2014/main" id="{41348E6E-1963-F54D-8F53-33DA615ACD82}"/>
              </a:ext>
            </a:extLst>
          </p:cNvPr>
          <p:cNvSpPr>
            <a:spLocks noGrp="1"/>
          </p:cNvSpPr>
          <p:nvPr>
            <p:ph type="sldNum" sz="quarter" idx="20"/>
          </p:nvPr>
        </p:nvSpPr>
        <p:spPr/>
        <p:txBody>
          <a:bodyPr>
            <a:normAutofit/>
          </a:bodyPr>
          <a:lstStyle/>
          <a:p>
            <a:fld id="{40398868-2947-614B-BB3E-A2C303F7BA40}" type="slidenum">
              <a:rPr lang="en-CA" smtClean="0"/>
              <a:t>‹#›</a:t>
            </a:fld>
            <a:endParaRPr lang="en-CA" dirty="0"/>
          </a:p>
        </p:txBody>
      </p:sp>
      <p:sp>
        <p:nvSpPr>
          <p:cNvPr id="20" name="Text Placeholder 8">
            <a:extLst>
              <a:ext uri="{FF2B5EF4-FFF2-40B4-BE49-F238E27FC236}">
                <a16:creationId xmlns:a16="http://schemas.microsoft.com/office/drawing/2014/main" id="{2247B7CC-173E-8D4F-AB6E-50285CB99ED2}"/>
              </a:ext>
            </a:extLst>
          </p:cNvPr>
          <p:cNvSpPr>
            <a:spLocks noGrp="1"/>
          </p:cNvSpPr>
          <p:nvPr>
            <p:ph type="body" sz="quarter" idx="14" hasCustomPrompt="1"/>
          </p:nvPr>
        </p:nvSpPr>
        <p:spPr>
          <a:xfrm>
            <a:off x="457200" y="580220"/>
            <a:ext cx="5715000" cy="342054"/>
          </a:xfrm>
        </p:spPr>
        <p:txBody>
          <a:bodyPr anchor="t" anchorCtr="0">
            <a:normAutofit/>
          </a:bodyPr>
          <a:lstStyle>
            <a:lvl1pPr>
              <a:defRPr sz="1800">
                <a:solidFill>
                  <a:schemeClr val="tx2"/>
                </a:solidFill>
              </a:defRPr>
            </a:lvl1pPr>
          </a:lstStyle>
          <a:p>
            <a:r>
              <a:rPr lang="en-US" noProof="0" dirty="0"/>
              <a:t>Click to edit Master subtitle style</a:t>
            </a:r>
            <a:endParaRPr lang="en-CA" noProof="0" dirty="0"/>
          </a:p>
        </p:txBody>
      </p:sp>
    </p:spTree>
    <p:extLst>
      <p:ext uri="{BB962C8B-B14F-4D97-AF65-F5344CB8AC3E}">
        <p14:creationId xmlns:p14="http://schemas.microsoft.com/office/powerpoint/2010/main" val="24637842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8F823C-2FCD-894F-B33C-AB2B907EE5B1}"/>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6" name="Table Placeholder 5">
            <a:extLst>
              <a:ext uri="{FF2B5EF4-FFF2-40B4-BE49-F238E27FC236}">
                <a16:creationId xmlns:a16="http://schemas.microsoft.com/office/drawing/2014/main" id="{8B60AD1C-39E4-E946-9D13-07535FF00C00}"/>
              </a:ext>
            </a:extLst>
          </p:cNvPr>
          <p:cNvSpPr>
            <a:spLocks noGrp="1"/>
          </p:cNvSpPr>
          <p:nvPr>
            <p:ph type="tbl" sz="quarter" idx="14"/>
          </p:nvPr>
        </p:nvSpPr>
        <p:spPr>
          <a:xfrm>
            <a:off x="457200" y="971550"/>
            <a:ext cx="7539037" cy="3314700"/>
          </a:xfrm>
        </p:spPr>
        <p:txBody>
          <a:bodyPr>
            <a:normAutofit/>
          </a:bodyPr>
          <a:lstStyle>
            <a:lvl1pPr>
              <a:defRPr sz="1800"/>
            </a:lvl1pPr>
          </a:lstStyle>
          <a:p>
            <a:r>
              <a:rPr lang="en-US"/>
              <a:t>Click icon to add table</a:t>
            </a:r>
            <a:endParaRPr lang="en-CA"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7543800" cy="598535"/>
          </a:xfrm>
          <a:prstGeom prst="rect">
            <a:avLst/>
          </a:prstGeom>
        </p:spPr>
        <p:txBody>
          <a:bodyPr wrap="square" anchor="ctr">
            <a:normAutofit/>
          </a:bodyPr>
          <a:lstStyle/>
          <a:p>
            <a:r>
              <a:rPr lang="en-US"/>
              <a:t>Click to edit Master title style</a:t>
            </a:r>
            <a:endParaRPr lang="en-CA" dirty="0"/>
          </a:p>
        </p:txBody>
      </p:sp>
      <p:sp>
        <p:nvSpPr>
          <p:cNvPr id="4" name="Footer Placeholder 3">
            <a:extLst>
              <a:ext uri="{FF2B5EF4-FFF2-40B4-BE49-F238E27FC236}">
                <a16:creationId xmlns:a16="http://schemas.microsoft.com/office/drawing/2014/main" id="{02BA3E23-6554-444D-8821-4A6CCD53C828}"/>
              </a:ext>
            </a:extLst>
          </p:cNvPr>
          <p:cNvSpPr>
            <a:spLocks noGrp="1"/>
          </p:cNvSpPr>
          <p:nvPr>
            <p:ph type="ftr" sz="quarter" idx="16"/>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F1C2055A-3B54-DF4F-AD34-B097525E97AC}"/>
              </a:ext>
            </a:extLst>
          </p:cNvPr>
          <p:cNvSpPr>
            <a:spLocks noGrp="1"/>
          </p:cNvSpPr>
          <p:nvPr>
            <p:ph type="sldNum" sz="quarter" idx="17"/>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9901407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592D7E9-AFC8-7B41-BB98-599FCAB28D4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6" name="Table Placeholder 5">
            <a:extLst>
              <a:ext uri="{FF2B5EF4-FFF2-40B4-BE49-F238E27FC236}">
                <a16:creationId xmlns:a16="http://schemas.microsoft.com/office/drawing/2014/main" id="{8B60AD1C-39E4-E946-9D13-07535FF00C00}"/>
              </a:ext>
            </a:extLst>
          </p:cNvPr>
          <p:cNvSpPr>
            <a:spLocks noGrp="1"/>
          </p:cNvSpPr>
          <p:nvPr>
            <p:ph type="tbl" sz="quarter" idx="14"/>
          </p:nvPr>
        </p:nvSpPr>
        <p:spPr>
          <a:xfrm>
            <a:off x="457200" y="971550"/>
            <a:ext cx="7539037" cy="3314700"/>
          </a:xfrm>
        </p:spPr>
        <p:txBody>
          <a:bodyPr>
            <a:normAutofit/>
          </a:bodyPr>
          <a:lstStyle/>
          <a:p>
            <a:r>
              <a:rPr lang="en-US"/>
              <a:t>Click icon to add table</a:t>
            </a:r>
            <a:endParaRPr lang="en-CA" dirty="0"/>
          </a:p>
        </p:txBody>
      </p:sp>
      <p:sp>
        <p:nvSpPr>
          <p:cNvPr id="2" name="Title 1">
            <a:extLst>
              <a:ext uri="{FF2B5EF4-FFF2-40B4-BE49-F238E27FC236}">
                <a16:creationId xmlns:a16="http://schemas.microsoft.com/office/drawing/2014/main" id="{ED44F4B7-9B8C-4799-AEEA-05A3EE9EC5B6}"/>
              </a:ext>
            </a:extLst>
          </p:cNvPr>
          <p:cNvSpPr>
            <a:spLocks noGrp="1"/>
          </p:cNvSpPr>
          <p:nvPr>
            <p:ph type="title"/>
          </p:nvPr>
        </p:nvSpPr>
        <p:spPr>
          <a:xfrm>
            <a:off x="457200" y="114329"/>
            <a:ext cx="5712714" cy="598535"/>
          </a:xfrm>
          <a:prstGeom prst="rect">
            <a:avLst/>
          </a:prstGeom>
        </p:spPr>
        <p:txBody>
          <a:bodyPr wrap="square" anchor="ctr">
            <a:normAutofit/>
          </a:bodyPr>
          <a:lstStyle/>
          <a:p>
            <a:r>
              <a:rPr lang="en-US"/>
              <a:t>Click to edit Master title style</a:t>
            </a:r>
            <a:endParaRPr lang="en-CA" dirty="0"/>
          </a:p>
        </p:txBody>
      </p:sp>
      <p:sp>
        <p:nvSpPr>
          <p:cNvPr id="4" name="Footer Placeholder 3">
            <a:extLst>
              <a:ext uri="{FF2B5EF4-FFF2-40B4-BE49-F238E27FC236}">
                <a16:creationId xmlns:a16="http://schemas.microsoft.com/office/drawing/2014/main" id="{99B774FE-3A4D-744F-BB51-ACA47D334724}"/>
              </a:ext>
            </a:extLst>
          </p:cNvPr>
          <p:cNvSpPr>
            <a:spLocks noGrp="1"/>
          </p:cNvSpPr>
          <p:nvPr>
            <p:ph type="ftr" sz="quarter" idx="16"/>
          </p:nvPr>
        </p:nvSpPr>
        <p:spPr>
          <a:xfrm>
            <a:off x="457200" y="4447689"/>
            <a:ext cx="7532060" cy="273844"/>
          </a:xfrm>
        </p:spPr>
        <p:txBody>
          <a:bodyPr>
            <a:normAutofit/>
          </a:bodyPr>
          <a:lstStyle/>
          <a:p>
            <a:endParaRPr lang="en-CA" dirty="0"/>
          </a:p>
        </p:txBody>
      </p:sp>
      <p:sp>
        <p:nvSpPr>
          <p:cNvPr id="5" name="Slide Number Placeholder 4">
            <a:extLst>
              <a:ext uri="{FF2B5EF4-FFF2-40B4-BE49-F238E27FC236}">
                <a16:creationId xmlns:a16="http://schemas.microsoft.com/office/drawing/2014/main" id="{FFB08147-4CBA-BC4A-ADA1-35087494BB9A}"/>
              </a:ext>
            </a:extLst>
          </p:cNvPr>
          <p:cNvSpPr>
            <a:spLocks noGrp="1"/>
          </p:cNvSpPr>
          <p:nvPr>
            <p:ph type="sldNum" sz="quarter" idx="17"/>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2810738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9908C0-2F58-A445-B7BC-A6CFA5FFEC01}"/>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2" name="Title 1">
            <a:extLst>
              <a:ext uri="{FF2B5EF4-FFF2-40B4-BE49-F238E27FC236}">
                <a16:creationId xmlns:a16="http://schemas.microsoft.com/office/drawing/2014/main" id="{D089F7DF-4377-47A2-B733-FBEECC7CECFC}"/>
              </a:ext>
            </a:extLst>
          </p:cNvPr>
          <p:cNvSpPr>
            <a:spLocks noGrp="1"/>
          </p:cNvSpPr>
          <p:nvPr>
            <p:ph type="title"/>
          </p:nvPr>
        </p:nvSpPr>
        <p:spPr>
          <a:xfrm>
            <a:off x="457200" y="114329"/>
            <a:ext cx="7543800" cy="598535"/>
          </a:xfrm>
          <a:prstGeom prst="rect">
            <a:avLst/>
          </a:prstGeom>
        </p:spPr>
        <p:txBody>
          <a:bodyPr anchor="ctr">
            <a:normAutofit/>
          </a:bodyPr>
          <a:lstStyle/>
          <a:p>
            <a:r>
              <a:rPr lang="en-US"/>
              <a:t>Click to edit Master title style</a:t>
            </a:r>
            <a:endParaRPr lang="en-CA" dirty="0"/>
          </a:p>
        </p:txBody>
      </p:sp>
      <p:sp>
        <p:nvSpPr>
          <p:cNvPr id="5" name="Footer Placeholder 4">
            <a:extLst>
              <a:ext uri="{FF2B5EF4-FFF2-40B4-BE49-F238E27FC236}">
                <a16:creationId xmlns:a16="http://schemas.microsoft.com/office/drawing/2014/main" id="{7E44F88C-616D-4046-BA35-71A3B1114A2F}"/>
              </a:ext>
            </a:extLst>
          </p:cNvPr>
          <p:cNvSpPr>
            <a:spLocks noGrp="1"/>
          </p:cNvSpPr>
          <p:nvPr>
            <p:ph type="ftr" sz="quarter" idx="11"/>
          </p:nvPr>
        </p:nvSpPr>
        <p:spPr/>
        <p:txBody>
          <a:bodyPr>
            <a:normAutofit/>
          </a:bodyPr>
          <a:lstStyle/>
          <a:p>
            <a:endParaRPr lang="en-CA" dirty="0"/>
          </a:p>
        </p:txBody>
      </p:sp>
      <p:sp>
        <p:nvSpPr>
          <p:cNvPr id="6" name="Slide Number Placeholder 5">
            <a:extLst>
              <a:ext uri="{FF2B5EF4-FFF2-40B4-BE49-F238E27FC236}">
                <a16:creationId xmlns:a16="http://schemas.microsoft.com/office/drawing/2014/main" id="{16D8F728-6760-1742-A3AA-C08129C85B31}"/>
              </a:ext>
            </a:extLst>
          </p:cNvPr>
          <p:cNvSpPr>
            <a:spLocks noGrp="1"/>
          </p:cNvSpPr>
          <p:nvPr>
            <p:ph type="sldNum" sz="quarter" idx="12"/>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33509468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8F02FE8-CF34-8747-B93D-F28AD480966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1587"/>
            <a:ext cx="9144000" cy="939800"/>
          </a:xfrm>
          <a:prstGeom prst="rect">
            <a:avLst/>
          </a:prstGeom>
        </p:spPr>
      </p:pic>
      <p:sp>
        <p:nvSpPr>
          <p:cNvPr id="2" name="Title 1">
            <a:extLst>
              <a:ext uri="{FF2B5EF4-FFF2-40B4-BE49-F238E27FC236}">
                <a16:creationId xmlns:a16="http://schemas.microsoft.com/office/drawing/2014/main" id="{D089F7DF-4377-47A2-B733-FBEECC7CECFC}"/>
              </a:ext>
            </a:extLst>
          </p:cNvPr>
          <p:cNvSpPr>
            <a:spLocks noGrp="1"/>
          </p:cNvSpPr>
          <p:nvPr>
            <p:ph type="title"/>
          </p:nvPr>
        </p:nvSpPr>
        <p:spPr>
          <a:xfrm>
            <a:off x="457200" y="114329"/>
            <a:ext cx="5712714" cy="598535"/>
          </a:xfrm>
          <a:prstGeom prst="rect">
            <a:avLst/>
          </a:prstGeom>
        </p:spPr>
        <p:txBody>
          <a:bodyPr anchor="ctr">
            <a:normAutofit/>
          </a:bodyPr>
          <a:lstStyle/>
          <a:p>
            <a:r>
              <a:rPr lang="en-US"/>
              <a:t>Click to edit Master title style</a:t>
            </a:r>
            <a:endParaRPr lang="en-CA" dirty="0"/>
          </a:p>
        </p:txBody>
      </p:sp>
      <p:sp>
        <p:nvSpPr>
          <p:cNvPr id="5" name="Footer Placeholder 4">
            <a:extLst>
              <a:ext uri="{FF2B5EF4-FFF2-40B4-BE49-F238E27FC236}">
                <a16:creationId xmlns:a16="http://schemas.microsoft.com/office/drawing/2014/main" id="{2B340F5F-EC0E-3E48-990A-1B9FBEEEEAD1}"/>
              </a:ext>
            </a:extLst>
          </p:cNvPr>
          <p:cNvSpPr>
            <a:spLocks noGrp="1"/>
          </p:cNvSpPr>
          <p:nvPr>
            <p:ph type="ftr" sz="quarter" idx="11"/>
          </p:nvPr>
        </p:nvSpPr>
        <p:spPr/>
        <p:txBody>
          <a:bodyPr>
            <a:normAutofit/>
          </a:bodyPr>
          <a:lstStyle/>
          <a:p>
            <a:endParaRPr lang="en-CA" dirty="0"/>
          </a:p>
        </p:txBody>
      </p:sp>
      <p:sp>
        <p:nvSpPr>
          <p:cNvPr id="6" name="Slide Number Placeholder 5">
            <a:extLst>
              <a:ext uri="{FF2B5EF4-FFF2-40B4-BE49-F238E27FC236}">
                <a16:creationId xmlns:a16="http://schemas.microsoft.com/office/drawing/2014/main" id="{F9002699-303D-D64B-9368-AB4AD349CAE9}"/>
              </a:ext>
            </a:extLst>
          </p:cNvPr>
          <p:cNvSpPr>
            <a:spLocks noGrp="1"/>
          </p:cNvSpPr>
          <p:nvPr>
            <p:ph type="sldNum" sz="quarter" idx="12"/>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18625034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0B5D580-608E-C544-9D67-37F639B2C520}"/>
              </a:ext>
            </a:extLst>
          </p:cNvPr>
          <p:cNvSpPr>
            <a:spLocks noGrp="1"/>
          </p:cNvSpPr>
          <p:nvPr>
            <p:ph type="pic" sz="quarter" idx="12"/>
          </p:nvPr>
        </p:nvSpPr>
        <p:spPr>
          <a:xfrm>
            <a:off x="0" y="0"/>
            <a:ext cx="9144000" cy="5143500"/>
          </a:xfrm>
        </p:spPr>
        <p:txBody>
          <a:bodyPr>
            <a:normAutofit/>
          </a:bodyPr>
          <a:lstStyle/>
          <a:p>
            <a:r>
              <a:rPr lang="en-US"/>
              <a:t>Click icon to add picture</a:t>
            </a:r>
            <a:endParaRPr lang="en-CA" dirty="0"/>
          </a:p>
        </p:txBody>
      </p:sp>
      <p:sp>
        <p:nvSpPr>
          <p:cNvPr id="6" name="Footer Placeholder 5">
            <a:extLst>
              <a:ext uri="{FF2B5EF4-FFF2-40B4-BE49-F238E27FC236}">
                <a16:creationId xmlns:a16="http://schemas.microsoft.com/office/drawing/2014/main" id="{764E7ADD-A973-6F48-8470-AD2EEA8EF6A2}"/>
              </a:ext>
            </a:extLst>
          </p:cNvPr>
          <p:cNvSpPr>
            <a:spLocks noGrp="1"/>
          </p:cNvSpPr>
          <p:nvPr>
            <p:ph type="ftr" sz="quarter" idx="14"/>
          </p:nvPr>
        </p:nvSpPr>
        <p:spPr/>
        <p:txBody>
          <a:bodyPr>
            <a:normAutofit/>
          </a:bodyPr>
          <a:lstStyle/>
          <a:p>
            <a:endParaRPr lang="en-CA" dirty="0"/>
          </a:p>
        </p:txBody>
      </p:sp>
      <p:sp>
        <p:nvSpPr>
          <p:cNvPr id="8" name="Slide Number Placeholder 7">
            <a:extLst>
              <a:ext uri="{FF2B5EF4-FFF2-40B4-BE49-F238E27FC236}">
                <a16:creationId xmlns:a16="http://schemas.microsoft.com/office/drawing/2014/main" id="{8C33144E-44C4-BF49-8EC0-12BD69FAE42D}"/>
              </a:ext>
            </a:extLst>
          </p:cNvPr>
          <p:cNvSpPr>
            <a:spLocks noGrp="1"/>
          </p:cNvSpPr>
          <p:nvPr>
            <p:ph type="sldNum" sz="quarter" idx="15"/>
          </p:nvPr>
        </p:nvSpPr>
        <p:spPr/>
        <p:txBody>
          <a:bodyPr>
            <a:normAutofit/>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933365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A1A7A169-49BD-A045-A232-C207A2B6D795}"/>
              </a:ext>
            </a:extLst>
          </p:cNvPr>
          <p:cNvSpPr/>
          <p:nvPr userDrawn="1"/>
        </p:nvSpPr>
        <p:spPr>
          <a:xfrm>
            <a:off x="-6858" y="-6858"/>
            <a:ext cx="9162288" cy="9418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CA" sz="1350" noProof="0" dirty="0"/>
          </a:p>
        </p:txBody>
      </p:sp>
      <p:sp>
        <p:nvSpPr>
          <p:cNvPr id="2" name="Title 1">
            <a:extLst>
              <a:ext uri="{FF2B5EF4-FFF2-40B4-BE49-F238E27FC236}">
                <a16:creationId xmlns:a16="http://schemas.microsoft.com/office/drawing/2014/main" id="{D089F7DF-4377-47A2-B733-FBEECC7CECFC}"/>
              </a:ext>
            </a:extLst>
          </p:cNvPr>
          <p:cNvSpPr>
            <a:spLocks noGrp="1"/>
          </p:cNvSpPr>
          <p:nvPr>
            <p:ph type="title" hasCustomPrompt="1"/>
          </p:nvPr>
        </p:nvSpPr>
        <p:spPr>
          <a:xfrm>
            <a:off x="457200" y="168117"/>
            <a:ext cx="7583488" cy="598535"/>
          </a:xfrm>
          <a:prstGeom prst="rect">
            <a:avLst/>
          </a:prstGeom>
        </p:spPr>
        <p:txBody>
          <a:bodyPr anchor="ctr"/>
          <a:lstStyle>
            <a:lvl1pPr>
              <a:defRPr/>
            </a:lvl1pPr>
          </a:lstStyle>
          <a:p>
            <a:r>
              <a:rPr lang="en-CA" dirty="0"/>
              <a:t>RBC Icons – copy and paste from the Master slide</a:t>
            </a:r>
          </a:p>
        </p:txBody>
      </p:sp>
      <p:sp>
        <p:nvSpPr>
          <p:cNvPr id="9" name="Text Placeholder 8">
            <a:extLst>
              <a:ext uri="{FF2B5EF4-FFF2-40B4-BE49-F238E27FC236}">
                <a16:creationId xmlns:a16="http://schemas.microsoft.com/office/drawing/2014/main" id="{AF2ADB29-3703-2542-9C90-583F1AD781F6}"/>
              </a:ext>
            </a:extLst>
          </p:cNvPr>
          <p:cNvSpPr>
            <a:spLocks noGrp="1"/>
          </p:cNvSpPr>
          <p:nvPr>
            <p:ph type="body" sz="quarter" idx="13" hasCustomPrompt="1"/>
          </p:nvPr>
        </p:nvSpPr>
        <p:spPr>
          <a:xfrm>
            <a:off x="457200" y="4020156"/>
            <a:ext cx="6891337" cy="401561"/>
          </a:xfrm>
        </p:spPr>
        <p:txBody>
          <a:bodyPr/>
          <a:lstStyle>
            <a:lvl1pPr>
              <a:defRPr lang="en-US" sz="1100" b="0" i="0" u="none" strike="noStrike" smtClean="0">
                <a:effectLst/>
              </a:defRPr>
            </a:lvl1pPr>
          </a:lstStyle>
          <a:p>
            <a:pPr lvl="0"/>
            <a:r>
              <a:rPr lang="en-US" b="0" i="0" u="none" strike="noStrike" dirty="0">
                <a:solidFill>
                  <a:srgbClr val="000000"/>
                </a:solidFill>
                <a:effectLst/>
                <a:latin typeface="Arial" panose="020B0604020202020204" pitchFamily="34" charset="0"/>
              </a:rPr>
              <a:t>For a larger selection of RBC icons, please go to Brand Space &gt; Downloads &gt; Icons for a link to the RBC Design Icon Library. Please note: registration will be required for access to that library.</a:t>
            </a:r>
            <a:endParaRPr lang="en-US" dirty="0">
              <a:hlinkClick r:id="rId2"/>
            </a:endParaRPr>
          </a:p>
        </p:txBody>
      </p:sp>
      <p:pic>
        <p:nvPicPr>
          <p:cNvPr id="10" name="Graphic 9">
            <a:extLst>
              <a:ext uri="{FF2B5EF4-FFF2-40B4-BE49-F238E27FC236}">
                <a16:creationId xmlns:a16="http://schemas.microsoft.com/office/drawing/2014/main" id="{069E3907-953B-BE46-9A8E-D6FBE4D9FC79}"/>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7200" y="983804"/>
            <a:ext cx="505043" cy="505043"/>
          </a:xfrm>
          <a:prstGeom prst="rect">
            <a:avLst/>
          </a:prstGeom>
        </p:spPr>
      </p:pic>
      <p:pic>
        <p:nvPicPr>
          <p:cNvPr id="11" name="Graphic 10">
            <a:extLst>
              <a:ext uri="{FF2B5EF4-FFF2-40B4-BE49-F238E27FC236}">
                <a16:creationId xmlns:a16="http://schemas.microsoft.com/office/drawing/2014/main" id="{DA5CB639-55F6-3848-ABAE-FD68869348F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57200" y="1730384"/>
            <a:ext cx="505043" cy="505043"/>
          </a:xfrm>
          <a:prstGeom prst="rect">
            <a:avLst/>
          </a:prstGeom>
        </p:spPr>
      </p:pic>
      <p:pic>
        <p:nvPicPr>
          <p:cNvPr id="12" name="Graphic 11">
            <a:extLst>
              <a:ext uri="{FF2B5EF4-FFF2-40B4-BE49-F238E27FC236}">
                <a16:creationId xmlns:a16="http://schemas.microsoft.com/office/drawing/2014/main" id="{D68D3094-42C8-9B4D-BCF0-E7DE74A870C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365079" y="983804"/>
            <a:ext cx="505043" cy="505043"/>
          </a:xfrm>
          <a:prstGeom prst="rect">
            <a:avLst/>
          </a:prstGeom>
        </p:spPr>
      </p:pic>
      <p:pic>
        <p:nvPicPr>
          <p:cNvPr id="13" name="Graphic 12">
            <a:extLst>
              <a:ext uri="{FF2B5EF4-FFF2-40B4-BE49-F238E27FC236}">
                <a16:creationId xmlns:a16="http://schemas.microsoft.com/office/drawing/2014/main" id="{9AC979C8-9348-FB47-8369-EE19C367CA83}"/>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365079" y="1730384"/>
            <a:ext cx="505043" cy="505043"/>
          </a:xfrm>
          <a:prstGeom prst="rect">
            <a:avLst/>
          </a:prstGeom>
        </p:spPr>
      </p:pic>
      <p:pic>
        <p:nvPicPr>
          <p:cNvPr id="14" name="Graphic 13">
            <a:extLst>
              <a:ext uri="{FF2B5EF4-FFF2-40B4-BE49-F238E27FC236}">
                <a16:creationId xmlns:a16="http://schemas.microsoft.com/office/drawing/2014/main" id="{2FF0CC5E-2113-8848-90FE-B44F216A3270}"/>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57200" y="2485324"/>
            <a:ext cx="505043" cy="505043"/>
          </a:xfrm>
          <a:prstGeom prst="rect">
            <a:avLst/>
          </a:prstGeom>
        </p:spPr>
      </p:pic>
      <p:pic>
        <p:nvPicPr>
          <p:cNvPr id="15" name="Graphic 14">
            <a:extLst>
              <a:ext uri="{FF2B5EF4-FFF2-40B4-BE49-F238E27FC236}">
                <a16:creationId xmlns:a16="http://schemas.microsoft.com/office/drawing/2014/main" id="{3EABB6C1-2FDA-F343-B75B-0E360F5C279B}"/>
              </a:ext>
            </a:extLst>
          </p:cNvPr>
          <p:cNvPicPr>
            <a:picLocks noChangeAspect="1"/>
          </p:cNvPicPr>
          <p:nvPr userDrawn="1"/>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7762657" y="2487743"/>
            <a:ext cx="505043" cy="505043"/>
          </a:xfrm>
          <a:prstGeom prst="rect">
            <a:avLst/>
          </a:prstGeom>
        </p:spPr>
      </p:pic>
      <p:pic>
        <p:nvPicPr>
          <p:cNvPr id="16" name="Graphic 15">
            <a:extLst>
              <a:ext uri="{FF2B5EF4-FFF2-40B4-BE49-F238E27FC236}">
                <a16:creationId xmlns:a16="http://schemas.microsoft.com/office/drawing/2014/main" id="{633DD633-9A35-4B40-A26F-6235DFB027F1}"/>
              </a:ext>
            </a:extLst>
          </p:cNvPr>
          <p:cNvPicPr>
            <a:picLocks noChangeAspect="1"/>
          </p:cNvPicPr>
          <p:nvPr userDrawn="1"/>
        </p:nvPicPr>
        <p:blipFill>
          <a:blip r:embed="rId15" cstate="email">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2284825" y="983804"/>
            <a:ext cx="505043" cy="505043"/>
          </a:xfrm>
          <a:prstGeom prst="rect">
            <a:avLst/>
          </a:prstGeom>
        </p:spPr>
      </p:pic>
      <p:pic>
        <p:nvPicPr>
          <p:cNvPr id="17" name="Graphic 16">
            <a:extLst>
              <a:ext uri="{FF2B5EF4-FFF2-40B4-BE49-F238E27FC236}">
                <a16:creationId xmlns:a16="http://schemas.microsoft.com/office/drawing/2014/main" id="{0FBE9B44-AD4B-6749-865E-94836DD8D622}"/>
              </a:ext>
            </a:extLst>
          </p:cNvPr>
          <p:cNvPicPr>
            <a:picLocks noChangeAspect="1"/>
          </p:cNvPicPr>
          <p:nvPr userDrawn="1"/>
        </p:nvPicPr>
        <p:blipFill>
          <a:blip r:embed="rId17" cstate="email">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2284825" y="1730384"/>
            <a:ext cx="505043" cy="505043"/>
          </a:xfrm>
          <a:prstGeom prst="rect">
            <a:avLst/>
          </a:prstGeom>
        </p:spPr>
      </p:pic>
      <p:pic>
        <p:nvPicPr>
          <p:cNvPr id="18" name="Graphic 17">
            <a:extLst>
              <a:ext uri="{FF2B5EF4-FFF2-40B4-BE49-F238E27FC236}">
                <a16:creationId xmlns:a16="http://schemas.microsoft.com/office/drawing/2014/main" id="{2E3F8432-19F6-3541-87AD-20C06915F996}"/>
              </a:ext>
            </a:extLst>
          </p:cNvPr>
          <p:cNvPicPr>
            <a:picLocks noChangeAspect="1"/>
          </p:cNvPicPr>
          <p:nvPr userDrawn="1"/>
        </p:nvPicPr>
        <p:blipFill>
          <a:blip r:embed="rId19" cstate="email">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365079" y="2485324"/>
            <a:ext cx="505043" cy="505043"/>
          </a:xfrm>
          <a:prstGeom prst="rect">
            <a:avLst/>
          </a:prstGeom>
        </p:spPr>
      </p:pic>
      <p:pic>
        <p:nvPicPr>
          <p:cNvPr id="19" name="Graphic 18">
            <a:extLst>
              <a:ext uri="{FF2B5EF4-FFF2-40B4-BE49-F238E27FC236}">
                <a16:creationId xmlns:a16="http://schemas.microsoft.com/office/drawing/2014/main" id="{E55428B7-C1C4-6E47-A323-83CEF3F9CAA8}"/>
              </a:ext>
            </a:extLst>
          </p:cNvPr>
          <p:cNvPicPr>
            <a:picLocks noChangeAspect="1"/>
          </p:cNvPicPr>
          <p:nvPr userDrawn="1"/>
        </p:nvPicPr>
        <p:blipFill>
          <a:blip r:embed="rId21" cstate="email">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457200" y="3339367"/>
            <a:ext cx="505043" cy="505043"/>
          </a:xfrm>
          <a:prstGeom prst="rect">
            <a:avLst/>
          </a:prstGeom>
        </p:spPr>
      </p:pic>
      <p:pic>
        <p:nvPicPr>
          <p:cNvPr id="20" name="Graphic 19">
            <a:extLst>
              <a:ext uri="{FF2B5EF4-FFF2-40B4-BE49-F238E27FC236}">
                <a16:creationId xmlns:a16="http://schemas.microsoft.com/office/drawing/2014/main" id="{323CF27E-7527-0F49-9635-802D4871C638}"/>
              </a:ext>
            </a:extLst>
          </p:cNvPr>
          <p:cNvPicPr>
            <a:picLocks noChangeAspect="1"/>
          </p:cNvPicPr>
          <p:nvPr userDrawn="1"/>
        </p:nvPicPr>
        <p:blipFill>
          <a:blip r:embed="rId23" cstate="email">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3200581" y="983804"/>
            <a:ext cx="505043" cy="505043"/>
          </a:xfrm>
          <a:prstGeom prst="rect">
            <a:avLst/>
          </a:prstGeom>
        </p:spPr>
      </p:pic>
      <p:pic>
        <p:nvPicPr>
          <p:cNvPr id="21" name="Graphic 20">
            <a:extLst>
              <a:ext uri="{FF2B5EF4-FFF2-40B4-BE49-F238E27FC236}">
                <a16:creationId xmlns:a16="http://schemas.microsoft.com/office/drawing/2014/main" id="{C2545EB9-8944-4D41-8A68-6F173B788BCB}"/>
              </a:ext>
            </a:extLst>
          </p:cNvPr>
          <p:cNvPicPr>
            <a:picLocks noChangeAspect="1"/>
          </p:cNvPicPr>
          <p:nvPr userDrawn="1"/>
        </p:nvPicPr>
        <p:blipFill>
          <a:blip r:embed="rId25" cstate="email">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3200581" y="1730384"/>
            <a:ext cx="505043" cy="505043"/>
          </a:xfrm>
          <a:prstGeom prst="rect">
            <a:avLst/>
          </a:prstGeom>
        </p:spPr>
      </p:pic>
      <p:pic>
        <p:nvPicPr>
          <p:cNvPr id="22" name="Graphic 21">
            <a:extLst>
              <a:ext uri="{FF2B5EF4-FFF2-40B4-BE49-F238E27FC236}">
                <a16:creationId xmlns:a16="http://schemas.microsoft.com/office/drawing/2014/main" id="{672C75DC-36AB-724B-9F0D-7A7B8C96843B}"/>
              </a:ext>
            </a:extLst>
          </p:cNvPr>
          <p:cNvPicPr>
            <a:picLocks noChangeAspect="1"/>
          </p:cNvPicPr>
          <p:nvPr userDrawn="1"/>
        </p:nvPicPr>
        <p:blipFill>
          <a:blip r:embed="rId27" cstate="email">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284825" y="2485324"/>
            <a:ext cx="505043" cy="505043"/>
          </a:xfrm>
          <a:prstGeom prst="rect">
            <a:avLst/>
          </a:prstGeom>
        </p:spPr>
      </p:pic>
      <p:pic>
        <p:nvPicPr>
          <p:cNvPr id="23" name="Graphic 22">
            <a:extLst>
              <a:ext uri="{FF2B5EF4-FFF2-40B4-BE49-F238E27FC236}">
                <a16:creationId xmlns:a16="http://schemas.microsoft.com/office/drawing/2014/main" id="{3447D3DE-990F-504D-BBC4-BC349B23EAB9}"/>
              </a:ext>
            </a:extLst>
          </p:cNvPr>
          <p:cNvPicPr>
            <a:picLocks noChangeAspect="1"/>
          </p:cNvPicPr>
          <p:nvPr userDrawn="1"/>
        </p:nvPicPr>
        <p:blipFill>
          <a:blip r:embed="rId29" cstate="email">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1365079" y="3339367"/>
            <a:ext cx="505043" cy="505043"/>
          </a:xfrm>
          <a:prstGeom prst="rect">
            <a:avLst/>
          </a:prstGeom>
        </p:spPr>
      </p:pic>
      <p:pic>
        <p:nvPicPr>
          <p:cNvPr id="24" name="Graphic 23">
            <a:extLst>
              <a:ext uri="{FF2B5EF4-FFF2-40B4-BE49-F238E27FC236}">
                <a16:creationId xmlns:a16="http://schemas.microsoft.com/office/drawing/2014/main" id="{50C37F80-4AB3-184D-8FBE-CEAEA515B464}"/>
              </a:ext>
            </a:extLst>
          </p:cNvPr>
          <p:cNvPicPr>
            <a:picLocks noChangeAspect="1"/>
          </p:cNvPicPr>
          <p:nvPr userDrawn="1"/>
        </p:nvPicPr>
        <p:blipFill>
          <a:blip r:embed="rId31" cstate="email">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4116338" y="983804"/>
            <a:ext cx="505043" cy="505043"/>
          </a:xfrm>
          <a:prstGeom prst="rect">
            <a:avLst/>
          </a:prstGeom>
        </p:spPr>
      </p:pic>
      <p:pic>
        <p:nvPicPr>
          <p:cNvPr id="25" name="Graphic 24">
            <a:extLst>
              <a:ext uri="{FF2B5EF4-FFF2-40B4-BE49-F238E27FC236}">
                <a16:creationId xmlns:a16="http://schemas.microsoft.com/office/drawing/2014/main" id="{D5D4ED30-5921-9141-A85D-80E83FC05182}"/>
              </a:ext>
            </a:extLst>
          </p:cNvPr>
          <p:cNvPicPr>
            <a:picLocks noChangeAspect="1"/>
          </p:cNvPicPr>
          <p:nvPr userDrawn="1"/>
        </p:nvPicPr>
        <p:blipFill>
          <a:blip r:embed="rId33" cstate="email">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4116338" y="1730384"/>
            <a:ext cx="505043" cy="505043"/>
          </a:xfrm>
          <a:prstGeom prst="rect">
            <a:avLst/>
          </a:prstGeom>
        </p:spPr>
      </p:pic>
      <p:pic>
        <p:nvPicPr>
          <p:cNvPr id="26" name="Graphic 25">
            <a:extLst>
              <a:ext uri="{FF2B5EF4-FFF2-40B4-BE49-F238E27FC236}">
                <a16:creationId xmlns:a16="http://schemas.microsoft.com/office/drawing/2014/main" id="{FE808B96-7E2E-AD4E-9A70-D2F82B47F8E4}"/>
              </a:ext>
            </a:extLst>
          </p:cNvPr>
          <p:cNvPicPr>
            <a:picLocks noChangeAspect="1"/>
          </p:cNvPicPr>
          <p:nvPr userDrawn="1"/>
        </p:nvPicPr>
        <p:blipFill>
          <a:blip r:embed="rId35" cstate="email">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3200581" y="2485324"/>
            <a:ext cx="505043" cy="505043"/>
          </a:xfrm>
          <a:prstGeom prst="rect">
            <a:avLst/>
          </a:prstGeom>
        </p:spPr>
      </p:pic>
      <p:pic>
        <p:nvPicPr>
          <p:cNvPr id="27" name="Graphic 26">
            <a:extLst>
              <a:ext uri="{FF2B5EF4-FFF2-40B4-BE49-F238E27FC236}">
                <a16:creationId xmlns:a16="http://schemas.microsoft.com/office/drawing/2014/main" id="{D523E3D0-2242-8749-886B-6BAA00315804}"/>
              </a:ext>
            </a:extLst>
          </p:cNvPr>
          <p:cNvPicPr>
            <a:picLocks noChangeAspect="1"/>
          </p:cNvPicPr>
          <p:nvPr userDrawn="1"/>
        </p:nvPicPr>
        <p:blipFill>
          <a:blip r:embed="rId37" cstate="email">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2284825" y="3339367"/>
            <a:ext cx="505043" cy="505043"/>
          </a:xfrm>
          <a:prstGeom prst="rect">
            <a:avLst/>
          </a:prstGeom>
        </p:spPr>
      </p:pic>
      <p:pic>
        <p:nvPicPr>
          <p:cNvPr id="28" name="Graphic 27">
            <a:extLst>
              <a:ext uri="{FF2B5EF4-FFF2-40B4-BE49-F238E27FC236}">
                <a16:creationId xmlns:a16="http://schemas.microsoft.com/office/drawing/2014/main" id="{B49DF282-7461-404B-AFD8-FAD3E5244F85}"/>
              </a:ext>
            </a:extLst>
          </p:cNvPr>
          <p:cNvPicPr>
            <a:picLocks noChangeAspect="1"/>
          </p:cNvPicPr>
          <p:nvPr userDrawn="1"/>
        </p:nvPicPr>
        <p:blipFill>
          <a:blip r:embed="rId39" cstate="email">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5010655" y="983804"/>
            <a:ext cx="505043" cy="505043"/>
          </a:xfrm>
          <a:prstGeom prst="rect">
            <a:avLst/>
          </a:prstGeom>
        </p:spPr>
      </p:pic>
      <p:pic>
        <p:nvPicPr>
          <p:cNvPr id="29" name="Graphic 28">
            <a:extLst>
              <a:ext uri="{FF2B5EF4-FFF2-40B4-BE49-F238E27FC236}">
                <a16:creationId xmlns:a16="http://schemas.microsoft.com/office/drawing/2014/main" id="{37D82510-30B5-1C48-A09F-6963A75A55A7}"/>
              </a:ext>
            </a:extLst>
          </p:cNvPr>
          <p:cNvPicPr>
            <a:picLocks noChangeAspect="1"/>
          </p:cNvPicPr>
          <p:nvPr userDrawn="1"/>
        </p:nvPicPr>
        <p:blipFill>
          <a:blip r:embed="rId41" cstate="email">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5010655" y="1730384"/>
            <a:ext cx="505043" cy="505043"/>
          </a:xfrm>
          <a:prstGeom prst="rect">
            <a:avLst/>
          </a:prstGeom>
        </p:spPr>
      </p:pic>
      <p:pic>
        <p:nvPicPr>
          <p:cNvPr id="30" name="Graphic 29">
            <a:extLst>
              <a:ext uri="{FF2B5EF4-FFF2-40B4-BE49-F238E27FC236}">
                <a16:creationId xmlns:a16="http://schemas.microsoft.com/office/drawing/2014/main" id="{C9382BF4-AA1F-6945-BC5E-FB213DF3B28D}"/>
              </a:ext>
            </a:extLst>
          </p:cNvPr>
          <p:cNvPicPr>
            <a:picLocks noChangeAspect="1"/>
          </p:cNvPicPr>
          <p:nvPr userDrawn="1"/>
        </p:nvPicPr>
        <p:blipFill>
          <a:blip r:embed="rId43" cstate="email">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4116338" y="2485324"/>
            <a:ext cx="505043" cy="505043"/>
          </a:xfrm>
          <a:prstGeom prst="rect">
            <a:avLst/>
          </a:prstGeom>
        </p:spPr>
      </p:pic>
      <p:pic>
        <p:nvPicPr>
          <p:cNvPr id="31" name="Graphic 30">
            <a:extLst>
              <a:ext uri="{FF2B5EF4-FFF2-40B4-BE49-F238E27FC236}">
                <a16:creationId xmlns:a16="http://schemas.microsoft.com/office/drawing/2014/main" id="{7D5D1DBE-9D24-AB42-A09F-008B7F9C9F49}"/>
              </a:ext>
            </a:extLst>
          </p:cNvPr>
          <p:cNvPicPr>
            <a:picLocks noChangeAspect="1"/>
          </p:cNvPicPr>
          <p:nvPr userDrawn="1"/>
        </p:nvPicPr>
        <p:blipFill>
          <a:blip r:embed="rId45" cstate="email">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3200581" y="3339367"/>
            <a:ext cx="505043" cy="505043"/>
          </a:xfrm>
          <a:prstGeom prst="rect">
            <a:avLst/>
          </a:prstGeom>
        </p:spPr>
      </p:pic>
      <p:pic>
        <p:nvPicPr>
          <p:cNvPr id="32" name="Graphic 31">
            <a:extLst>
              <a:ext uri="{FF2B5EF4-FFF2-40B4-BE49-F238E27FC236}">
                <a16:creationId xmlns:a16="http://schemas.microsoft.com/office/drawing/2014/main" id="{7983386D-C3C7-1048-89FF-28AB5F51FCD8}"/>
              </a:ext>
            </a:extLst>
          </p:cNvPr>
          <p:cNvPicPr>
            <a:picLocks noChangeAspect="1"/>
          </p:cNvPicPr>
          <p:nvPr userDrawn="1"/>
        </p:nvPicPr>
        <p:blipFill>
          <a:blip r:embed="rId47" cstate="email">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5856585" y="983804"/>
            <a:ext cx="505043" cy="505043"/>
          </a:xfrm>
          <a:prstGeom prst="rect">
            <a:avLst/>
          </a:prstGeom>
        </p:spPr>
      </p:pic>
      <p:pic>
        <p:nvPicPr>
          <p:cNvPr id="33" name="Graphic 32">
            <a:extLst>
              <a:ext uri="{FF2B5EF4-FFF2-40B4-BE49-F238E27FC236}">
                <a16:creationId xmlns:a16="http://schemas.microsoft.com/office/drawing/2014/main" id="{454476FB-26E8-8247-BC82-DE3D4A617200}"/>
              </a:ext>
            </a:extLst>
          </p:cNvPr>
          <p:cNvPicPr>
            <a:picLocks noChangeAspect="1"/>
          </p:cNvPicPr>
          <p:nvPr userDrawn="1"/>
        </p:nvPicPr>
        <p:blipFill>
          <a:blip r:embed="rId49" cstate="email">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5856585" y="1730384"/>
            <a:ext cx="505043" cy="505043"/>
          </a:xfrm>
          <a:prstGeom prst="rect">
            <a:avLst/>
          </a:prstGeom>
        </p:spPr>
      </p:pic>
      <p:pic>
        <p:nvPicPr>
          <p:cNvPr id="34" name="Graphic 33">
            <a:extLst>
              <a:ext uri="{FF2B5EF4-FFF2-40B4-BE49-F238E27FC236}">
                <a16:creationId xmlns:a16="http://schemas.microsoft.com/office/drawing/2014/main" id="{E9EBEA72-A396-8D47-A60E-5BF5E2BBFA1E}"/>
              </a:ext>
            </a:extLst>
          </p:cNvPr>
          <p:cNvPicPr>
            <a:picLocks noChangeAspect="1"/>
          </p:cNvPicPr>
          <p:nvPr userDrawn="1"/>
        </p:nvPicPr>
        <p:blipFill>
          <a:blip r:embed="rId51" cstate="email">
            <a:extLst>
              <a:ext uri="{28A0092B-C50C-407E-A947-70E740481C1C}">
                <a14:useLocalDpi xmlns:a14="http://schemas.microsoft.com/office/drawing/2010/main"/>
              </a:ext>
              <a:ext uri="{96DAC541-7B7A-43D3-8B79-37D633B846F1}">
                <asvg:svgBlip xmlns:asvg="http://schemas.microsoft.com/office/drawing/2016/SVG/main" r:embed="rId52"/>
              </a:ext>
            </a:extLst>
          </a:blip>
          <a:stretch>
            <a:fillRect/>
          </a:stretch>
        </p:blipFill>
        <p:spPr>
          <a:xfrm>
            <a:off x="5010655" y="2485324"/>
            <a:ext cx="505043" cy="505043"/>
          </a:xfrm>
          <a:prstGeom prst="rect">
            <a:avLst/>
          </a:prstGeom>
        </p:spPr>
      </p:pic>
      <p:pic>
        <p:nvPicPr>
          <p:cNvPr id="35" name="Graphic 34">
            <a:extLst>
              <a:ext uri="{FF2B5EF4-FFF2-40B4-BE49-F238E27FC236}">
                <a16:creationId xmlns:a16="http://schemas.microsoft.com/office/drawing/2014/main" id="{1EAC50EE-7363-2F40-9510-04B410952629}"/>
              </a:ext>
            </a:extLst>
          </p:cNvPr>
          <p:cNvPicPr>
            <a:picLocks noChangeAspect="1"/>
          </p:cNvPicPr>
          <p:nvPr userDrawn="1"/>
        </p:nvPicPr>
        <p:blipFill>
          <a:blip r:embed="rId53" cstate="email">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4116338" y="3339367"/>
            <a:ext cx="505043" cy="505043"/>
          </a:xfrm>
          <a:prstGeom prst="rect">
            <a:avLst/>
          </a:prstGeom>
        </p:spPr>
      </p:pic>
      <p:pic>
        <p:nvPicPr>
          <p:cNvPr id="36" name="Graphic 35">
            <a:extLst>
              <a:ext uri="{FF2B5EF4-FFF2-40B4-BE49-F238E27FC236}">
                <a16:creationId xmlns:a16="http://schemas.microsoft.com/office/drawing/2014/main" id="{B2D898A0-0627-3640-98AF-D8A4FDAABABE}"/>
              </a:ext>
            </a:extLst>
          </p:cNvPr>
          <p:cNvPicPr>
            <a:picLocks noChangeAspect="1"/>
          </p:cNvPicPr>
          <p:nvPr userDrawn="1"/>
        </p:nvPicPr>
        <p:blipFill>
          <a:blip r:embed="rId55" cstate="email">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6758757" y="983804"/>
            <a:ext cx="505043" cy="505043"/>
          </a:xfrm>
          <a:prstGeom prst="rect">
            <a:avLst/>
          </a:prstGeom>
        </p:spPr>
      </p:pic>
      <p:pic>
        <p:nvPicPr>
          <p:cNvPr id="37" name="Graphic 36">
            <a:extLst>
              <a:ext uri="{FF2B5EF4-FFF2-40B4-BE49-F238E27FC236}">
                <a16:creationId xmlns:a16="http://schemas.microsoft.com/office/drawing/2014/main" id="{3F70DE00-2B1C-5540-A367-D77B66AB084F}"/>
              </a:ext>
            </a:extLst>
          </p:cNvPr>
          <p:cNvPicPr>
            <a:picLocks noChangeAspect="1"/>
          </p:cNvPicPr>
          <p:nvPr userDrawn="1"/>
        </p:nvPicPr>
        <p:blipFill>
          <a:blip r:embed="rId57" cstate="email">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6758757" y="1730384"/>
            <a:ext cx="505043" cy="505043"/>
          </a:xfrm>
          <a:prstGeom prst="rect">
            <a:avLst/>
          </a:prstGeom>
        </p:spPr>
      </p:pic>
      <p:pic>
        <p:nvPicPr>
          <p:cNvPr id="38" name="Graphic 37">
            <a:extLst>
              <a:ext uri="{FF2B5EF4-FFF2-40B4-BE49-F238E27FC236}">
                <a16:creationId xmlns:a16="http://schemas.microsoft.com/office/drawing/2014/main" id="{A208900F-A5E7-C744-BEB7-530C9D073996}"/>
              </a:ext>
            </a:extLst>
          </p:cNvPr>
          <p:cNvPicPr>
            <a:picLocks noChangeAspect="1"/>
          </p:cNvPicPr>
          <p:nvPr userDrawn="1"/>
        </p:nvPicPr>
        <p:blipFill>
          <a:blip r:embed="rId59" cstate="email">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5856585" y="2485324"/>
            <a:ext cx="505043" cy="505043"/>
          </a:xfrm>
          <a:prstGeom prst="rect">
            <a:avLst/>
          </a:prstGeom>
        </p:spPr>
      </p:pic>
      <p:pic>
        <p:nvPicPr>
          <p:cNvPr id="39" name="Graphic 38">
            <a:extLst>
              <a:ext uri="{FF2B5EF4-FFF2-40B4-BE49-F238E27FC236}">
                <a16:creationId xmlns:a16="http://schemas.microsoft.com/office/drawing/2014/main" id="{33252280-33D2-2B45-AAA2-865F3D151FD5}"/>
              </a:ext>
            </a:extLst>
          </p:cNvPr>
          <p:cNvPicPr>
            <a:picLocks noChangeAspect="1"/>
          </p:cNvPicPr>
          <p:nvPr userDrawn="1"/>
        </p:nvPicPr>
        <p:blipFill>
          <a:blip r:embed="rId61" cstate="email">
            <a:extLst>
              <a:ext uri="{28A0092B-C50C-407E-A947-70E740481C1C}">
                <a14:useLocalDpi xmlns:a14="http://schemas.microsoft.com/office/drawing/2010/main"/>
              </a:ext>
              <a:ext uri="{96DAC541-7B7A-43D3-8B79-37D633B846F1}">
                <asvg:svgBlip xmlns:asvg="http://schemas.microsoft.com/office/drawing/2016/SVG/main" r:embed="rId62"/>
              </a:ext>
            </a:extLst>
          </a:blip>
          <a:stretch>
            <a:fillRect/>
          </a:stretch>
        </p:blipFill>
        <p:spPr>
          <a:xfrm>
            <a:off x="5010655" y="3339367"/>
            <a:ext cx="505043" cy="505043"/>
          </a:xfrm>
          <a:prstGeom prst="rect">
            <a:avLst/>
          </a:prstGeom>
        </p:spPr>
      </p:pic>
      <p:pic>
        <p:nvPicPr>
          <p:cNvPr id="40" name="Graphic 39">
            <a:extLst>
              <a:ext uri="{FF2B5EF4-FFF2-40B4-BE49-F238E27FC236}">
                <a16:creationId xmlns:a16="http://schemas.microsoft.com/office/drawing/2014/main" id="{CD72B318-C033-1B41-94A0-D30194F1DD55}"/>
              </a:ext>
            </a:extLst>
          </p:cNvPr>
          <p:cNvPicPr>
            <a:picLocks noChangeAspect="1"/>
          </p:cNvPicPr>
          <p:nvPr userDrawn="1"/>
        </p:nvPicPr>
        <p:blipFill>
          <a:blip r:embed="rId63" cstate="email">
            <a:extLst>
              <a:ext uri="{28A0092B-C50C-407E-A947-70E740481C1C}">
                <a14:useLocalDpi xmlns:a14="http://schemas.microsoft.com/office/drawing/2010/main"/>
              </a:ext>
              <a:ext uri="{96DAC541-7B7A-43D3-8B79-37D633B846F1}">
                <asvg:svgBlip xmlns:asvg="http://schemas.microsoft.com/office/drawing/2016/SVG/main" r:embed="rId64"/>
              </a:ext>
            </a:extLst>
          </a:blip>
          <a:stretch>
            <a:fillRect/>
          </a:stretch>
        </p:blipFill>
        <p:spPr>
          <a:xfrm>
            <a:off x="7663905" y="983804"/>
            <a:ext cx="505043" cy="505043"/>
          </a:xfrm>
          <a:prstGeom prst="rect">
            <a:avLst/>
          </a:prstGeom>
        </p:spPr>
      </p:pic>
      <p:pic>
        <p:nvPicPr>
          <p:cNvPr id="41" name="Graphic 40">
            <a:extLst>
              <a:ext uri="{FF2B5EF4-FFF2-40B4-BE49-F238E27FC236}">
                <a16:creationId xmlns:a16="http://schemas.microsoft.com/office/drawing/2014/main" id="{6F3FAD09-3194-7245-8F9A-F05C00D8093E}"/>
              </a:ext>
            </a:extLst>
          </p:cNvPr>
          <p:cNvPicPr>
            <a:picLocks noChangeAspect="1"/>
          </p:cNvPicPr>
          <p:nvPr userDrawn="1"/>
        </p:nvPicPr>
        <p:blipFill>
          <a:blip r:embed="rId65" cstate="email">
            <a:extLst>
              <a:ext uri="{28A0092B-C50C-407E-A947-70E740481C1C}">
                <a14:useLocalDpi xmlns:a14="http://schemas.microsoft.com/office/drawing/2010/main"/>
              </a:ext>
              <a:ext uri="{96DAC541-7B7A-43D3-8B79-37D633B846F1}">
                <asvg:svgBlip xmlns:asvg="http://schemas.microsoft.com/office/drawing/2016/SVG/main" r:embed="rId66"/>
              </a:ext>
            </a:extLst>
          </a:blip>
          <a:stretch>
            <a:fillRect/>
          </a:stretch>
        </p:blipFill>
        <p:spPr>
          <a:xfrm>
            <a:off x="7660930" y="1730384"/>
            <a:ext cx="505043" cy="505043"/>
          </a:xfrm>
          <a:prstGeom prst="rect">
            <a:avLst/>
          </a:prstGeom>
        </p:spPr>
      </p:pic>
      <p:pic>
        <p:nvPicPr>
          <p:cNvPr id="42" name="Graphic 41">
            <a:extLst>
              <a:ext uri="{FF2B5EF4-FFF2-40B4-BE49-F238E27FC236}">
                <a16:creationId xmlns:a16="http://schemas.microsoft.com/office/drawing/2014/main" id="{5E2C7436-2B03-334D-8C6B-F8513D063001}"/>
              </a:ext>
            </a:extLst>
          </p:cNvPr>
          <p:cNvPicPr>
            <a:picLocks noChangeAspect="1"/>
          </p:cNvPicPr>
          <p:nvPr userDrawn="1"/>
        </p:nvPicPr>
        <p:blipFill>
          <a:blip r:embed="rId67" cstate="email">
            <a:extLst>
              <a:ext uri="{28A0092B-C50C-407E-A947-70E740481C1C}">
                <a14:useLocalDpi xmlns:a14="http://schemas.microsoft.com/office/drawing/2010/main"/>
              </a:ext>
              <a:ext uri="{96DAC541-7B7A-43D3-8B79-37D633B846F1}">
                <asvg:svgBlip xmlns:asvg="http://schemas.microsoft.com/office/drawing/2016/SVG/main" r:embed="rId68"/>
              </a:ext>
            </a:extLst>
          </a:blip>
          <a:stretch>
            <a:fillRect/>
          </a:stretch>
        </p:blipFill>
        <p:spPr>
          <a:xfrm>
            <a:off x="6758757" y="2485324"/>
            <a:ext cx="505043" cy="505043"/>
          </a:xfrm>
          <a:prstGeom prst="rect">
            <a:avLst/>
          </a:prstGeom>
        </p:spPr>
      </p:pic>
      <p:pic>
        <p:nvPicPr>
          <p:cNvPr id="43" name="Graphic 42">
            <a:extLst>
              <a:ext uri="{FF2B5EF4-FFF2-40B4-BE49-F238E27FC236}">
                <a16:creationId xmlns:a16="http://schemas.microsoft.com/office/drawing/2014/main" id="{082E49F7-F5A7-9340-BA2E-2071EA581672}"/>
              </a:ext>
            </a:extLst>
          </p:cNvPr>
          <p:cNvPicPr>
            <a:picLocks noChangeAspect="1"/>
          </p:cNvPicPr>
          <p:nvPr userDrawn="1"/>
        </p:nvPicPr>
        <p:blipFill>
          <a:blip r:embed="rId69" cstate="email">
            <a:extLst>
              <a:ext uri="{28A0092B-C50C-407E-A947-70E740481C1C}">
                <a14:useLocalDpi xmlns:a14="http://schemas.microsoft.com/office/drawing/2010/main"/>
              </a:ext>
              <a:ext uri="{96DAC541-7B7A-43D3-8B79-37D633B846F1}">
                <asvg:svgBlip xmlns:asvg="http://schemas.microsoft.com/office/drawing/2016/SVG/main" r:embed="rId70"/>
              </a:ext>
            </a:extLst>
          </a:blip>
          <a:stretch>
            <a:fillRect/>
          </a:stretch>
        </p:blipFill>
        <p:spPr>
          <a:xfrm>
            <a:off x="5856585" y="3339367"/>
            <a:ext cx="505043" cy="505043"/>
          </a:xfrm>
          <a:prstGeom prst="rect">
            <a:avLst/>
          </a:prstGeom>
        </p:spPr>
      </p:pic>
      <p:sp>
        <p:nvSpPr>
          <p:cNvPr id="5" name="Footer Placeholder 4">
            <a:extLst>
              <a:ext uri="{FF2B5EF4-FFF2-40B4-BE49-F238E27FC236}">
                <a16:creationId xmlns:a16="http://schemas.microsoft.com/office/drawing/2014/main" id="{C533D49B-FB06-9947-A8AA-99AD449DAAF7}"/>
              </a:ext>
            </a:extLst>
          </p:cNvPr>
          <p:cNvSpPr>
            <a:spLocks noGrp="1"/>
          </p:cNvSpPr>
          <p:nvPr>
            <p:ph type="ftr" sz="quarter" idx="15"/>
          </p:nvPr>
        </p:nvSpPr>
        <p:spPr>
          <a:xfrm>
            <a:off x="457200" y="4447689"/>
            <a:ext cx="7532060" cy="273844"/>
          </a:xfrm>
        </p:spPr>
        <p:txBody>
          <a:bodyPr/>
          <a:lstStyle/>
          <a:p>
            <a:endParaRPr lang="en-CA" dirty="0"/>
          </a:p>
        </p:txBody>
      </p:sp>
      <p:sp>
        <p:nvSpPr>
          <p:cNvPr id="44" name="Slide Number Placeholder 43">
            <a:extLst>
              <a:ext uri="{FF2B5EF4-FFF2-40B4-BE49-F238E27FC236}">
                <a16:creationId xmlns:a16="http://schemas.microsoft.com/office/drawing/2014/main" id="{AFC29435-5AAF-F04A-8609-B3A8B2807E5F}"/>
              </a:ext>
            </a:extLst>
          </p:cNvPr>
          <p:cNvSpPr>
            <a:spLocks noGrp="1"/>
          </p:cNvSpPr>
          <p:nvPr>
            <p:ph type="sldNum" sz="quarter" idx="16"/>
          </p:nvPr>
        </p:nvSpPr>
        <p:spPr/>
        <p:txBody>
          <a:bodyPr/>
          <a:lstStyle/>
          <a:p>
            <a:fld id="{40398868-2947-614B-BB3E-A2C303F7BA40}" type="slidenum">
              <a:rPr lang="en-CA" smtClean="0"/>
              <a:t>‹#›</a:t>
            </a:fld>
            <a:endParaRPr lang="en-CA" dirty="0"/>
          </a:p>
        </p:txBody>
      </p:sp>
    </p:spTree>
    <p:extLst>
      <p:ext uri="{BB962C8B-B14F-4D97-AF65-F5344CB8AC3E}">
        <p14:creationId xmlns:p14="http://schemas.microsoft.com/office/powerpoint/2010/main" val="10485345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png"/><Relationship Id="rId31"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565CCC4-AF7B-49EE-BDA4-ACAA8915851B}"/>
              </a:ext>
            </a:extLst>
          </p:cNvPr>
          <p:cNvSpPr>
            <a:spLocks noGrp="1"/>
          </p:cNvSpPr>
          <p:nvPr>
            <p:ph type="sldNum" sz="quarter" idx="4"/>
          </p:nvPr>
        </p:nvSpPr>
        <p:spPr>
          <a:xfrm>
            <a:off x="8364791" y="4451838"/>
            <a:ext cx="304800" cy="273844"/>
          </a:xfrm>
          <a:prstGeom prst="rect">
            <a:avLst/>
          </a:prstGeom>
        </p:spPr>
        <p:txBody>
          <a:bodyPr vert="horz" lIns="0" tIns="0" rIns="0" bIns="0" rtlCol="0" anchor="b"/>
          <a:lstStyle>
            <a:lvl1pPr algn="r">
              <a:defRPr sz="1000">
                <a:solidFill>
                  <a:schemeClr val="accent1"/>
                </a:solidFill>
              </a:defRPr>
            </a:lvl1pPr>
          </a:lstStyle>
          <a:p>
            <a:fld id="{40398868-2947-614B-BB3E-A2C303F7BA40}" type="slidenum">
              <a:rPr lang="en-CA" smtClean="0"/>
              <a:t>‹#›</a:t>
            </a:fld>
            <a:endParaRPr lang="en-CA" dirty="0"/>
          </a:p>
        </p:txBody>
      </p:sp>
      <p:sp>
        <p:nvSpPr>
          <p:cNvPr id="4" name="Date Placeholder 3">
            <a:extLst>
              <a:ext uri="{FF2B5EF4-FFF2-40B4-BE49-F238E27FC236}">
                <a16:creationId xmlns:a16="http://schemas.microsoft.com/office/drawing/2014/main" id="{400DC37B-154F-4302-9454-3B2D15E76A5B}"/>
              </a:ext>
            </a:extLst>
          </p:cNvPr>
          <p:cNvSpPr>
            <a:spLocks noGrp="1"/>
          </p:cNvSpPr>
          <p:nvPr>
            <p:ph type="dt" sz="half" idx="2"/>
          </p:nvPr>
        </p:nvSpPr>
        <p:spPr>
          <a:xfrm>
            <a:off x="463070" y="5363455"/>
            <a:ext cx="2743200" cy="281428"/>
          </a:xfrm>
          <a:prstGeom prst="rect">
            <a:avLst/>
          </a:prstGeom>
        </p:spPr>
        <p:txBody>
          <a:bodyPr vert="horz" lIns="0" tIns="0" rIns="0" bIns="0" rtlCol="0" anchor="b"/>
          <a:lstStyle>
            <a:lvl1pPr algn="l">
              <a:defRPr sz="1000">
                <a:solidFill>
                  <a:schemeClr val="accent1"/>
                </a:solidFill>
              </a:defRPr>
            </a:lvl1pPr>
          </a:lstStyle>
          <a:p>
            <a:endParaRPr lang="en-CA" dirty="0"/>
          </a:p>
        </p:txBody>
      </p:sp>
      <p:sp>
        <p:nvSpPr>
          <p:cNvPr id="3" name="Text Placeholder 2">
            <a:extLst>
              <a:ext uri="{FF2B5EF4-FFF2-40B4-BE49-F238E27FC236}">
                <a16:creationId xmlns:a16="http://schemas.microsoft.com/office/drawing/2014/main" id="{89A319DE-B60D-42AD-BAA6-1D3621150E68}"/>
              </a:ext>
            </a:extLst>
          </p:cNvPr>
          <p:cNvSpPr>
            <a:spLocks noGrp="1"/>
          </p:cNvSpPr>
          <p:nvPr>
            <p:ph type="body" idx="1"/>
          </p:nvPr>
        </p:nvSpPr>
        <p:spPr>
          <a:xfrm>
            <a:off x="457200" y="978195"/>
            <a:ext cx="7537930" cy="3308055"/>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9" name="Title Placeholder 8">
            <a:extLst>
              <a:ext uri="{FF2B5EF4-FFF2-40B4-BE49-F238E27FC236}">
                <a16:creationId xmlns:a16="http://schemas.microsoft.com/office/drawing/2014/main" id="{491105E7-D940-4F4F-B6C4-3EB5ACD85B07}"/>
              </a:ext>
            </a:extLst>
          </p:cNvPr>
          <p:cNvSpPr>
            <a:spLocks noGrp="1"/>
          </p:cNvSpPr>
          <p:nvPr>
            <p:ph type="title"/>
          </p:nvPr>
        </p:nvSpPr>
        <p:spPr>
          <a:xfrm>
            <a:off x="457200" y="359913"/>
            <a:ext cx="7537930" cy="433166"/>
          </a:xfrm>
          <a:prstGeom prst="rect">
            <a:avLst/>
          </a:prstGeom>
        </p:spPr>
        <p:txBody>
          <a:bodyPr vert="horz" wrap="square" lIns="0" tIns="0" rIns="0" bIns="0" rtlCol="0" anchor="t">
            <a:normAutofit/>
          </a:bodyPr>
          <a:lstStyle/>
          <a:p>
            <a:r>
              <a:rPr lang="en-US"/>
              <a:t>Click to edit Master title style</a:t>
            </a:r>
            <a:endParaRPr lang="en-CA" dirty="0"/>
          </a:p>
        </p:txBody>
      </p:sp>
      <p:sp>
        <p:nvSpPr>
          <p:cNvPr id="11" name="Footer Placeholder 10">
            <a:extLst>
              <a:ext uri="{FF2B5EF4-FFF2-40B4-BE49-F238E27FC236}">
                <a16:creationId xmlns:a16="http://schemas.microsoft.com/office/drawing/2014/main" id="{A9AD5731-6C1A-834A-B47C-BCF5B27DDAF6}"/>
              </a:ext>
            </a:extLst>
          </p:cNvPr>
          <p:cNvSpPr>
            <a:spLocks noGrp="1"/>
          </p:cNvSpPr>
          <p:nvPr>
            <p:ph type="ftr" sz="quarter" idx="3"/>
          </p:nvPr>
        </p:nvSpPr>
        <p:spPr>
          <a:xfrm>
            <a:off x="457200" y="4447689"/>
            <a:ext cx="7532060" cy="273844"/>
          </a:xfrm>
          <a:prstGeom prst="rect">
            <a:avLst/>
          </a:prstGeom>
        </p:spPr>
        <p:txBody>
          <a:bodyPr vert="horz" lIns="0" tIns="45720" rIns="91440" bIns="0" rtlCol="0" anchor="b">
            <a:normAutofit/>
          </a:bodyPr>
          <a:lstStyle>
            <a:lvl1pPr algn="l">
              <a:defRPr sz="900">
                <a:solidFill>
                  <a:schemeClr val="tx2"/>
                </a:solidFill>
              </a:defRPr>
            </a:lvl1pPr>
          </a:lstStyle>
          <a:p>
            <a:endParaRPr lang="en-CA" dirty="0"/>
          </a:p>
        </p:txBody>
      </p:sp>
      <p:pic>
        <p:nvPicPr>
          <p:cNvPr id="8" name="Graphic 7">
            <a:extLst>
              <a:ext uri="{FF2B5EF4-FFF2-40B4-BE49-F238E27FC236}">
                <a16:creationId xmlns:a16="http://schemas.microsoft.com/office/drawing/2014/main" id="{FBD29F1E-483D-1D48-B9AE-21C51E39E6FC}"/>
              </a:ext>
            </a:extLst>
          </p:cNvPr>
          <p:cNvPicPr>
            <a:picLocks noChangeAspect="1"/>
          </p:cNvPicPr>
          <p:nvPr userDrawn="1"/>
        </p:nvPicPr>
        <p:blipFill>
          <a:blip r:embed="rId30" cstate="email">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7854792" y="4138288"/>
            <a:ext cx="621009" cy="719462"/>
          </a:xfrm>
          <a:prstGeom prst="rect">
            <a:avLst/>
          </a:prstGeom>
        </p:spPr>
      </p:pic>
    </p:spTree>
    <p:extLst>
      <p:ext uri="{BB962C8B-B14F-4D97-AF65-F5344CB8AC3E}">
        <p14:creationId xmlns:p14="http://schemas.microsoft.com/office/powerpoint/2010/main" val="10761094"/>
      </p:ext>
    </p:extLst>
  </p:cSld>
  <p:clrMap bg1="lt1" tx1="dk1" bg2="lt2" tx2="dk2" accent1="accent1" accent2="accent2" accent3="accent3" accent4="accent4" accent5="accent5" accent6="accent6" hlink="hlink" folHlink="folHlink"/>
  <p:sldLayoutIdLst>
    <p:sldLayoutId id="2147483683" r:id="rId1"/>
    <p:sldLayoutId id="2147483686" r:id="rId2"/>
    <p:sldLayoutId id="2147483698" r:id="rId3"/>
    <p:sldLayoutId id="2147483682" r:id="rId4"/>
    <p:sldLayoutId id="2147483711" r:id="rId5"/>
    <p:sldLayoutId id="2147483713" r:id="rId6"/>
    <p:sldLayoutId id="2147483712" r:id="rId7"/>
    <p:sldLayoutId id="2147483685" r:id="rId8"/>
    <p:sldLayoutId id="2147483687" r:id="rId9"/>
    <p:sldLayoutId id="2147483699" r:id="rId10"/>
    <p:sldLayoutId id="2147483688" r:id="rId11"/>
    <p:sldLayoutId id="2147483702" r:id="rId12"/>
    <p:sldLayoutId id="2147483689" r:id="rId13"/>
    <p:sldLayoutId id="2147483703" r:id="rId14"/>
    <p:sldLayoutId id="2147483690" r:id="rId15"/>
    <p:sldLayoutId id="2147483704" r:id="rId16"/>
    <p:sldLayoutId id="2147483691" r:id="rId17"/>
    <p:sldLayoutId id="2147483705" r:id="rId18"/>
    <p:sldLayoutId id="2147483697" r:id="rId19"/>
    <p:sldLayoutId id="2147483700" r:id="rId20"/>
    <p:sldLayoutId id="2147483696" r:id="rId21"/>
    <p:sldLayoutId id="2147483701" r:id="rId22"/>
    <p:sldLayoutId id="2147483693" r:id="rId23"/>
    <p:sldLayoutId id="2147483707" r:id="rId24"/>
    <p:sldLayoutId id="2147483694" r:id="rId25"/>
    <p:sldLayoutId id="2147483708" r:id="rId26"/>
    <p:sldLayoutId id="2147483709" r:id="rId27"/>
    <p:sldLayoutId id="2147483710" r:id="rId28"/>
  </p:sldLayoutIdLst>
  <p:hf hdr="0"/>
  <p:txStyles>
    <p:titleStyle>
      <a:lvl1pPr algn="l" defTabSz="685800" rtl="0" eaLnBrk="1" latinLnBrk="0" hangingPunct="1">
        <a:lnSpc>
          <a:spcPct val="90000"/>
        </a:lnSpc>
        <a:spcBef>
          <a:spcPct val="0"/>
        </a:spcBef>
        <a:buNone/>
        <a:defRPr sz="2600" kern="1200">
          <a:solidFill>
            <a:schemeClr val="tx2"/>
          </a:solidFill>
          <a:latin typeface="+mj-lt"/>
          <a:ea typeface="+mj-ea"/>
          <a:cs typeface="+mj-cs"/>
        </a:defRPr>
      </a:lvl1pPr>
    </p:titleStyle>
    <p:bodyStyle>
      <a:lvl1pPr marL="0" indent="0" algn="l" defTabSz="685800" rtl="0" eaLnBrk="1" latinLnBrk="0" hangingPunct="1">
        <a:lnSpc>
          <a:spcPct val="120000"/>
        </a:lnSpc>
        <a:spcBef>
          <a:spcPts val="0"/>
        </a:spcBef>
        <a:spcAft>
          <a:spcPts val="600"/>
        </a:spcAft>
        <a:buFontTx/>
        <a:buNone/>
        <a:defRPr sz="1800" kern="1200">
          <a:solidFill>
            <a:schemeClr val="tx1"/>
          </a:solidFill>
          <a:latin typeface="+mn-lt"/>
          <a:ea typeface="+mn-ea"/>
          <a:cs typeface="+mn-cs"/>
        </a:defRPr>
      </a:lvl1pPr>
      <a:lvl2pPr marL="228600" indent="-228600" algn="l" defTabSz="685800" rtl="0" eaLnBrk="1" latinLnBrk="0" hangingPunct="1">
        <a:lnSpc>
          <a:spcPct val="12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400050" indent="-171450" algn="l" defTabSz="685800" rtl="0" eaLnBrk="1" latinLnBrk="0" hangingPunct="1">
        <a:lnSpc>
          <a:spcPct val="12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3pPr>
      <a:lvl4pPr marL="628650" indent="-171450" algn="l" defTabSz="685800" rtl="0" eaLnBrk="1" latinLnBrk="0" hangingPunct="1">
        <a:lnSpc>
          <a:spcPct val="12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4pPr>
      <a:lvl5pPr marL="857250" indent="-171450" algn="l" defTabSz="685800" rtl="0" eaLnBrk="1" latinLnBrk="0" hangingPunct="1">
        <a:lnSpc>
          <a:spcPct val="12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CA"/>
      </a:defPPr>
      <a:lvl1pPr marL="0" algn="l" defTabSz="685800" rtl="0" eaLnBrk="1" latinLnBrk="0" hangingPunct="1">
        <a:defRPr sz="900" kern="1200">
          <a:solidFill>
            <a:schemeClr val="tx1"/>
          </a:solidFill>
          <a:latin typeface="+mn-lt"/>
          <a:ea typeface="+mn-ea"/>
          <a:cs typeface="+mn-cs"/>
        </a:defRPr>
      </a:lvl1pPr>
      <a:lvl2pPr marL="0" algn="r" defTabSz="685800" rtl="0" eaLnBrk="1" latinLnBrk="0" hangingPunct="1">
        <a:defRPr sz="900" kern="1200">
          <a:solidFill>
            <a:schemeClr val="tx1"/>
          </a:solidFill>
          <a:latin typeface="+mn-lt"/>
          <a:ea typeface="+mn-ea"/>
          <a:cs typeface="+mn-cs"/>
        </a:defRPr>
      </a:lvl2pPr>
      <a:lvl3pPr marL="0" algn="ctr" defTabSz="685800" rtl="0" eaLnBrk="1" latinLnBrk="0" hangingPunct="1">
        <a:defRPr sz="900" kern="1200">
          <a:solidFill>
            <a:schemeClr val="tx1"/>
          </a:solidFill>
          <a:latin typeface="+mn-lt"/>
          <a:ea typeface="+mn-ea"/>
          <a:cs typeface="+mn-cs"/>
        </a:defRPr>
      </a:lvl3pPr>
      <a:lvl4pPr marL="0" algn="l" defTabSz="685800" rtl="0" eaLnBrk="1" latinLnBrk="0" hangingPunct="1">
        <a:defRPr sz="900" kern="1200">
          <a:solidFill>
            <a:schemeClr val="tx1"/>
          </a:solidFill>
          <a:latin typeface="+mn-lt"/>
          <a:ea typeface="+mn-ea"/>
          <a:cs typeface="+mn-cs"/>
        </a:defRPr>
      </a:lvl4pPr>
      <a:lvl5pPr marL="0" algn="l" defTabSz="685800" rtl="0" eaLnBrk="1" latinLnBrk="0" hangingPunct="1">
        <a:defRPr sz="900" kern="1200">
          <a:solidFill>
            <a:schemeClr val="tx1"/>
          </a:solidFill>
          <a:latin typeface="+mn-lt"/>
          <a:ea typeface="+mn-ea"/>
          <a:cs typeface="+mn-cs"/>
        </a:defRPr>
      </a:lvl5pPr>
      <a:lvl6pPr marL="0" algn="l" defTabSz="685800" rtl="0" eaLnBrk="1" latinLnBrk="0" hangingPunct="1">
        <a:defRPr sz="900" kern="1200">
          <a:solidFill>
            <a:schemeClr val="tx1"/>
          </a:solidFill>
          <a:latin typeface="+mn-lt"/>
          <a:ea typeface="+mn-ea"/>
          <a:cs typeface="+mn-cs"/>
        </a:defRPr>
      </a:lvl6pPr>
      <a:lvl7pPr marL="0" algn="l" defTabSz="685800" rtl="0" eaLnBrk="1" latinLnBrk="0" hangingPunct="1">
        <a:defRPr sz="900" kern="1200">
          <a:solidFill>
            <a:schemeClr val="tx1"/>
          </a:solidFill>
          <a:latin typeface="+mn-lt"/>
          <a:ea typeface="+mn-ea"/>
          <a:cs typeface="+mn-cs"/>
        </a:defRPr>
      </a:lvl7pPr>
      <a:lvl8pPr marL="0" algn="l" defTabSz="685800" rtl="0" eaLnBrk="1" latinLnBrk="0" hangingPunct="1">
        <a:defRPr sz="900" kern="1200">
          <a:solidFill>
            <a:schemeClr val="tx1"/>
          </a:solidFill>
          <a:latin typeface="+mn-lt"/>
          <a:ea typeface="+mn-ea"/>
          <a:cs typeface="+mn-cs"/>
        </a:defRPr>
      </a:lvl8pPr>
      <a:lvl9pPr marL="0" algn="l" defTabSz="685800" rtl="0" eaLnBrk="1" latinLnBrk="0" hangingPunct="1">
        <a:defRPr sz="9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472" userDrawn="1">
          <p15:clr>
            <a:srgbClr val="F26B43"/>
          </p15:clr>
        </p15:guide>
        <p15:guide id="9" pos="5040" userDrawn="1">
          <p15:clr>
            <a:srgbClr val="F26B43"/>
          </p15:clr>
        </p15:guide>
        <p15:guide id="13" orient="horz" pos="1620" userDrawn="1">
          <p15:clr>
            <a:srgbClr val="F26B43"/>
          </p15:clr>
        </p15:guide>
        <p15:guide id="17" orient="horz" pos="612" userDrawn="1">
          <p15:clr>
            <a:srgbClr val="F26B43"/>
          </p15:clr>
        </p15:guide>
        <p15:guide id="18" orient="horz" pos="2964" userDrawn="1">
          <p15:clr>
            <a:srgbClr val="F26B43"/>
          </p15:clr>
        </p15:guide>
        <p15:guide id="21" orient="horz" pos="2700" userDrawn="1">
          <p15:clr>
            <a:srgbClr val="F26B43"/>
          </p15:clr>
        </p15:guide>
        <p15:guide id="22" orient="horz" pos="216" userDrawn="1">
          <p15:clr>
            <a:srgbClr val="F26B43"/>
          </p15:clr>
        </p15:guide>
        <p15:guide id="23" orient="horz" pos="1404" userDrawn="1">
          <p15:clr>
            <a:srgbClr val="F26B43"/>
          </p15:clr>
        </p15:guide>
      </p15:sldGuideLst>
    </p:ext>
  </p:extLst>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76.jpeg"/><Relationship Id="rId4" Type="http://schemas.openxmlformats.org/officeDocument/2006/relationships/image" Target="../media/image77.png"/><Relationship Id="rId5" Type="http://schemas.openxmlformats.org/officeDocument/2006/relationships/image" Target="../media/image7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79.jpeg"/><Relationship Id="rId4" Type="http://schemas.openxmlformats.org/officeDocument/2006/relationships/image" Target="../media/image80.png"/><Relationship Id="rId5" Type="http://schemas.openxmlformats.org/officeDocument/2006/relationships/image" Target="../media/image81.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2.png"/><Relationship Id="rId3"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5.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98.png"/><Relationship Id="rId6" Type="http://schemas.openxmlformats.org/officeDocument/2006/relationships/image" Target="../media/image99.png"/><Relationship Id="rId7" Type="http://schemas.openxmlformats.org/officeDocument/2006/relationships/image" Target="../media/image100.png"/><Relationship Id="rId8"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picture containing plant&#10;&#10;Description automatically generated">
            <a:extLst>
              <a:ext uri="{FF2B5EF4-FFF2-40B4-BE49-F238E27FC236}">
                <a16:creationId xmlns:a16="http://schemas.microsoft.com/office/drawing/2014/main" id="{67599919-0A1C-FC41-8371-38DD624A01ED}"/>
              </a:ext>
            </a:extLst>
          </p:cNvPr>
          <p:cNvPicPr>
            <a:picLocks noGrp="1" noChangeAspect="1"/>
          </p:cNvPicPr>
          <p:nvPr>
            <p:ph type="pic" sz="quarter" idx="15"/>
          </p:nvPr>
        </p:nvPicPr>
        <p:blipFill rotWithShape="1">
          <a:blip r:embed="rId3" cstate="email">
            <a:extLst>
              <a:ext uri="{28A0092B-C50C-407E-A947-70E740481C1C}">
                <a14:useLocalDpi xmlns:a14="http://schemas.microsoft.com/office/drawing/2010/main"/>
              </a:ext>
            </a:extLst>
          </a:blip>
          <a:srcRect/>
          <a:stretch/>
        </p:blipFill>
        <p:spPr>
          <a:xfrm>
            <a:off x="0" y="0"/>
            <a:ext cx="9144000" cy="5143500"/>
          </a:xfrm>
        </p:spPr>
      </p:pic>
      <p:pic>
        <p:nvPicPr>
          <p:cNvPr id="7" name="Energy Lines">
            <a:extLst>
              <a:ext uri="{FF2B5EF4-FFF2-40B4-BE49-F238E27FC236}">
                <a16:creationId xmlns:a16="http://schemas.microsoft.com/office/drawing/2014/main" id="{1F59C113-E594-2540-94C6-60D1BAFDBAE0}"/>
              </a:ext>
            </a:extLst>
          </p:cNvPr>
          <p:cNvPicPr>
            <a:picLocks noGrp="1" noSelect="1" noChangeAspect="1"/>
          </p:cNvPicPr>
          <p:nvPr>
            <p:ph type="pic" sz="quarter" idx="16"/>
          </p:nvPr>
        </p:nvPicPr>
        <p:blipFill>
          <a:blip r:embed="rId4">
            <a:extLst>
              <a:ext uri="{96DAC541-7B7A-43D3-8B79-37D633B846F1}">
                <asvg:svgBlip xmlns:asvg="http://schemas.microsoft.com/office/drawing/2016/SVG/main" r:embed="rId5"/>
              </a:ext>
            </a:extLst>
          </a:blip>
          <a:srcRect/>
          <a:stretch>
            <a:fillRect/>
          </a:stretch>
        </p:blipFill>
        <p:spPr/>
      </p:pic>
      <p:sp>
        <p:nvSpPr>
          <p:cNvPr id="19" name="Title 18">
            <a:extLst>
              <a:ext uri="{FF2B5EF4-FFF2-40B4-BE49-F238E27FC236}">
                <a16:creationId xmlns:a16="http://schemas.microsoft.com/office/drawing/2014/main" id="{57FBE93F-33D4-3E43-8C67-5F4E08A68BBA}"/>
              </a:ext>
            </a:extLst>
          </p:cNvPr>
          <p:cNvSpPr>
            <a:spLocks noGrp="1"/>
          </p:cNvSpPr>
          <p:nvPr>
            <p:ph type="ctrTitle"/>
          </p:nvPr>
        </p:nvSpPr>
        <p:spPr/>
        <p:txBody>
          <a:bodyPr/>
          <a:lstStyle/>
          <a:p>
            <a:r>
              <a:t>Thank you</a:t>
            </a:r>
          </a:p>
        </p:txBody>
      </p:sp>
      <p:sp>
        <p:nvSpPr>
          <p:cNvPr id="4" name="Text Placeholder 3">
            <a:extLst>
              <a:ext uri="{FF2B5EF4-FFF2-40B4-BE49-F238E27FC236}">
                <a16:creationId xmlns:a16="http://schemas.microsoft.com/office/drawing/2014/main" id="{CFBE89B5-758A-7A44-8ED2-2F6188475345}"/>
              </a:ext>
            </a:extLst>
          </p:cNvPr>
          <p:cNvSpPr>
            <a:spLocks noGrp="1"/>
          </p:cNvSpPr>
          <p:nvPr>
            <p:ph type="body" sz="quarter" idx="14"/>
          </p:nvPr>
        </p:nvSpPr>
        <p:spPr/>
        <p:txBody>
          <a:bodyPr/>
          <a:lstStyle/>
          <a:p>
            <a:r>
              <a:t>Our ask: sponsor a pilot, then a security review, then a managed rollout.</a:t>
            </a:r>
          </a:p>
        </p:txBody>
      </p:sp>
      <p:sp>
        <p:nvSpPr>
          <p:cNvPr id="20" name="Subtitle 19">
            <a:extLst>
              <a:ext uri="{FF2B5EF4-FFF2-40B4-BE49-F238E27FC236}">
                <a16:creationId xmlns:a16="http://schemas.microsoft.com/office/drawing/2014/main" id="{9F9C6695-74C6-5841-A026-8FD875C7D09C}"/>
              </a:ext>
            </a:extLst>
          </p:cNvPr>
          <p:cNvSpPr>
            <a:spLocks noGrp="1"/>
          </p:cNvSpPr>
          <p:nvPr>
            <p:ph type="subTitle" idx="1"/>
          </p:nvPr>
        </p:nvSpPr>
        <p:spPr>
          <a:xfrm>
            <a:off x="465415" y="1855240"/>
            <a:ext cx="4771603" cy="1040360"/>
          </a:xfrm>
        </p:spPr>
        <p:txBody>
          <a:bodyPr>
            <a:normAutofit/>
          </a:bodyPr>
          <a:lstStyle/>
          <a:p>
            <a:r>
              <a:t>Questions?</a:t>
            </a:r>
          </a:p>
        </p:txBody>
      </p:sp>
    </p:spTree>
    <p:extLst>
      <p:ext uri="{BB962C8B-B14F-4D97-AF65-F5344CB8AC3E}">
        <p14:creationId xmlns:p14="http://schemas.microsoft.com/office/powerpoint/2010/main" val="3864774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icture containing water, outdoor, dark, day&#10;&#10;Description automatically generated">
            <a:extLst>
              <a:ext uri="{FF2B5EF4-FFF2-40B4-BE49-F238E27FC236}">
                <a16:creationId xmlns:a16="http://schemas.microsoft.com/office/drawing/2014/main" id="{8D8BCC98-E17E-DF46-86BB-3E6ED2C382FF}"/>
              </a:ext>
            </a:extLst>
          </p:cNvPr>
          <p:cNvPicPr>
            <a:picLocks noGrp="1" noChangeAspect="1"/>
          </p:cNvPicPr>
          <p:nvPr>
            <p:ph type="pic" sz="quarter" idx="15"/>
          </p:nvPr>
        </p:nvPicPr>
        <p:blipFill>
          <a:blip r:embed="rId3" cstate="email">
            <a:extLst>
              <a:ext uri="{28A0092B-C50C-407E-A947-70E740481C1C}">
                <a14:useLocalDpi xmlns:a14="http://schemas.microsoft.com/office/drawing/2010/main"/>
              </a:ext>
            </a:extLst>
          </a:blip>
          <a:srcRect/>
          <a:stretch>
            <a:fillRect/>
          </a:stretch>
        </p:blipFill>
        <p:spPr>
          <a:xfrm rot="16200000">
            <a:off x="3286125" y="-3286125"/>
            <a:ext cx="2571750" cy="9144000"/>
          </a:xfrm>
        </p:spPr>
      </p:pic>
      <p:pic>
        <p:nvPicPr>
          <p:cNvPr id="12" name="Energy Lines">
            <a:extLst>
              <a:ext uri="{FF2B5EF4-FFF2-40B4-BE49-F238E27FC236}">
                <a16:creationId xmlns:a16="http://schemas.microsoft.com/office/drawing/2014/main" id="{B8591F3C-0EC8-5F48-B4E7-68DDDDBE8A5D}"/>
              </a:ext>
            </a:extLst>
          </p:cNvPr>
          <p:cNvPicPr>
            <a:picLocks noGrp="1" noSelect="1" noChangeAspect="1"/>
          </p:cNvPicPr>
          <p:nvPr>
            <p:ph type="pic" sz="quarter" idx="16"/>
          </p:nvPr>
        </p:nvPicPr>
        <p:blipFill>
          <a:blip r:embed="rId4">
            <a:extLst>
              <a:ext uri="{96DAC541-7B7A-43D3-8B79-37D633B846F1}">
                <asvg:svgBlip xmlns:asvg="http://schemas.microsoft.com/office/drawing/2016/SVG/main" r:embed="rId5"/>
              </a:ext>
            </a:extLst>
          </a:blip>
          <a:srcRect/>
          <a:stretch/>
        </p:blipFill>
        <p:spPr/>
      </p:pic>
      <p:sp>
        <p:nvSpPr>
          <p:cNvPr id="23" name="Subtitle 22">
            <a:extLst>
              <a:ext uri="{FF2B5EF4-FFF2-40B4-BE49-F238E27FC236}">
                <a16:creationId xmlns:a16="http://schemas.microsoft.com/office/drawing/2014/main" id="{D5AEC428-B97E-7C44-A148-4F600C80D92F}"/>
              </a:ext>
            </a:extLst>
          </p:cNvPr>
          <p:cNvSpPr>
            <a:spLocks noGrp="1"/>
          </p:cNvSpPr>
          <p:nvPr>
            <p:ph type="subTitle" idx="1"/>
          </p:nvPr>
        </p:nvSpPr>
        <p:spPr>
          <a:xfrm>
            <a:off x="452438" y="3702264"/>
            <a:ext cx="7509630" cy="583986"/>
          </a:xfrm>
        </p:spPr>
        <p:txBody>
          <a:bodyPr>
            <a:normAutofit/>
          </a:bodyPr>
          <a:lstStyle/>
          <a:p>
            <a:r>
              <a:t>RBCAssist, built into every browser tab</a:t>
            </a:r>
          </a:p>
        </p:txBody>
      </p:sp>
      <p:sp>
        <p:nvSpPr>
          <p:cNvPr id="3" name="Text Placeholder 2">
            <a:extLst>
              <a:ext uri="{FF2B5EF4-FFF2-40B4-BE49-F238E27FC236}">
                <a16:creationId xmlns:a16="http://schemas.microsoft.com/office/drawing/2014/main" id="{05F038F6-C255-B74C-ACC7-15987B1B13A9}"/>
              </a:ext>
            </a:extLst>
          </p:cNvPr>
          <p:cNvSpPr>
            <a:spLocks noGrp="1"/>
          </p:cNvSpPr>
          <p:nvPr>
            <p:ph type="body" sz="quarter" idx="14"/>
          </p:nvPr>
        </p:nvSpPr>
        <p:spPr>
          <a:xfrm>
            <a:off x="457200" y="4220625"/>
            <a:ext cx="6858000" cy="394851"/>
          </a:xfrm>
        </p:spPr>
        <p:txBody>
          <a:bodyPr/>
          <a:lstStyle/>
          <a:p>
            <a:r>
              <a:t>RBC Hackathon · Idea 4  |  Hitesh Malhotra, team captain  |  October 2026</a:t>
            </a:r>
          </a:p>
        </p:txBody>
      </p:sp>
      <p:sp>
        <p:nvSpPr>
          <p:cNvPr id="22" name="Title 21">
            <a:extLst>
              <a:ext uri="{FF2B5EF4-FFF2-40B4-BE49-F238E27FC236}">
                <a16:creationId xmlns:a16="http://schemas.microsoft.com/office/drawing/2014/main" id="{17DE16E0-0057-3B4D-82E2-2C764DCC86CD}"/>
              </a:ext>
            </a:extLst>
          </p:cNvPr>
          <p:cNvSpPr>
            <a:spLocks noGrp="1"/>
          </p:cNvSpPr>
          <p:nvPr>
            <p:ph type="ctrTitle"/>
          </p:nvPr>
        </p:nvSpPr>
        <p:spPr/>
        <p:txBody>
          <a:bodyPr/>
          <a:lstStyle/>
          <a:p>
            <a:r>
              <a:t>HiveMind</a:t>
            </a:r>
          </a:p>
        </p:txBody>
      </p:sp>
    </p:spTree>
    <p:extLst>
      <p:ext uri="{BB962C8B-B14F-4D97-AF65-F5344CB8AC3E}">
        <p14:creationId xmlns:p14="http://schemas.microsoft.com/office/powerpoint/2010/main" val="3846438776"/>
      </p:ext>
    </p:extLst>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Meet the team behind Idea 4</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7</a:t>
            </a:fld>
            <a:endParaRPr lang="en-CA" dirty="0"/>
          </a:p>
        </p:txBody>
      </p:sp>
      <p:sp>
        <p:nvSpPr>
          <p:cNvPr id="8" name="Member 1 card"/>
          <p:cNvSpPr/>
          <p:nvPr/>
        </p:nvSpPr>
        <p:spPr>
          <a:xfrm>
            <a:off x="457200" y="1188720"/>
            <a:ext cx="1499616"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ptain avatar"/>
          <p:cNvSpPr/>
          <p:nvPr/>
        </p:nvSpPr>
        <p:spPr>
          <a:xfrm>
            <a:off x="841247" y="1389888"/>
            <a:ext cx="731520" cy="7315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r>
              <a:rPr sz="2000" b="1">
                <a:solidFill>
                  <a:schemeClr val="accent1"/>
                </a:solidFill>
              </a:rPr>
              <a:t>HM</a:t>
            </a:r>
          </a:p>
        </p:txBody>
      </p:sp>
      <p:sp>
        <p:nvSpPr>
          <p:cNvPr id="10" name="Captain name"/>
          <p:cNvSpPr txBox="1"/>
          <p:nvPr/>
        </p:nvSpPr>
        <p:spPr>
          <a:xfrm>
            <a:off x="548640" y="2286000"/>
            <a:ext cx="1316736" cy="274320"/>
          </a:xfrm>
          <a:prstGeom prst="rect">
            <a:avLst/>
          </a:prstGeom>
          <a:noFill/>
        </p:spPr>
        <p:txBody>
          <a:bodyPr wrap="square" lIns="0" rIns="0" tIns="0" bIns="0" anchor="t">
            <a:spAutoFit/>
          </a:bodyPr>
          <a:lstStyle/>
          <a:p>
            <a:pPr algn="ctr">
              <a:spcAft>
                <a:spcPts val="0"/>
              </a:spcAft>
            </a:pPr>
            <a:r>
              <a:rPr sz="1300" b="1" i="0">
                <a:solidFill>
                  <a:schemeClr val="accent1"/>
                </a:solidFill>
              </a:rPr>
              <a:t>Hitesh Malhotra</a:t>
            </a:r>
          </a:p>
        </p:txBody>
      </p:sp>
      <p:sp>
        <p:nvSpPr>
          <p:cNvPr id="11" name="Captain role"/>
          <p:cNvSpPr txBox="1"/>
          <p:nvPr/>
        </p:nvSpPr>
        <p:spPr>
          <a:xfrm>
            <a:off x="548640" y="2606040"/>
            <a:ext cx="1316736" cy="274320"/>
          </a:xfrm>
          <a:prstGeom prst="rect">
            <a:avLst/>
          </a:prstGeom>
          <a:noFill/>
        </p:spPr>
        <p:txBody>
          <a:bodyPr wrap="square" lIns="0" rIns="0" tIns="0" bIns="0" anchor="t">
            <a:spAutoFit/>
          </a:bodyPr>
          <a:lstStyle/>
          <a:p>
            <a:pPr algn="ctr">
              <a:spcAft>
                <a:spcPts val="0"/>
              </a:spcAft>
            </a:pPr>
            <a:r>
              <a:rPr sz="1150" b="0" i="0">
                <a:solidFill>
                  <a:srgbClr val="5C6068"/>
                </a:solidFill>
              </a:rPr>
              <a:t>Team captain</a:t>
            </a:r>
          </a:p>
        </p:txBody>
      </p:sp>
      <p:sp>
        <p:nvSpPr>
          <p:cNvPr id="12" name="Member 2 card"/>
          <p:cNvSpPr/>
          <p:nvPr/>
        </p:nvSpPr>
        <p:spPr>
          <a:xfrm>
            <a:off x="2139696" y="1188720"/>
            <a:ext cx="1499616"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ember 2 badge"/>
          <p:cNvSpPr/>
          <p:nvPr/>
        </p:nvSpPr>
        <p:spPr>
          <a:xfrm>
            <a:off x="2523744" y="1389888"/>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Member 2 icon" descr="Member 2"/>
          <p:cNvPicPr>
            <a:picLocks noChangeAspect="1"/>
          </p:cNvPicPr>
          <p:nvPr/>
        </p:nvPicPr>
        <p:blipFill>
          <a:blip r:embed="rId2"/>
          <a:stretch>
            <a:fillRect/>
          </a:stretch>
        </p:blipFill>
        <p:spPr>
          <a:xfrm>
            <a:off x="2713939" y="1580083"/>
            <a:ext cx="351129" cy="351129"/>
          </a:xfrm>
          <a:prstGeom prst="rect">
            <a:avLst/>
          </a:prstGeom>
        </p:spPr>
      </p:pic>
      <p:sp>
        <p:nvSpPr>
          <p:cNvPr id="15" name="Member 2 name"/>
          <p:cNvSpPr txBox="1"/>
          <p:nvPr/>
        </p:nvSpPr>
        <p:spPr>
          <a:xfrm>
            <a:off x="2231136" y="2286000"/>
            <a:ext cx="1316736" cy="274320"/>
          </a:xfrm>
          <a:prstGeom prst="rect">
            <a:avLst/>
          </a:prstGeom>
          <a:noFill/>
        </p:spPr>
        <p:txBody>
          <a:bodyPr wrap="square" lIns="0" rIns="0" tIns="0" bIns="0" anchor="t">
            <a:spAutoFit/>
          </a:bodyPr>
          <a:lstStyle/>
          <a:p>
            <a:pPr algn="ctr">
              <a:spcAft>
                <a:spcPts val="0"/>
              </a:spcAft>
            </a:pPr>
            <a:r>
              <a:rPr sz="1250" b="0" i="1">
                <a:solidFill>
                  <a:srgbClr val="5C6068"/>
                </a:solidFill>
              </a:rPr>
              <a:t>Teammate name</a:t>
            </a:r>
          </a:p>
        </p:txBody>
      </p:sp>
      <p:sp>
        <p:nvSpPr>
          <p:cNvPr id="16" name="Member 2 role"/>
          <p:cNvSpPr txBox="1"/>
          <p:nvPr/>
        </p:nvSpPr>
        <p:spPr>
          <a:xfrm>
            <a:off x="2231136" y="2606040"/>
            <a:ext cx="1316736" cy="274320"/>
          </a:xfrm>
          <a:prstGeom prst="rect">
            <a:avLst/>
          </a:prstGeom>
          <a:noFill/>
        </p:spPr>
        <p:txBody>
          <a:bodyPr wrap="square" lIns="0" rIns="0" tIns="0" bIns="0" anchor="t">
            <a:spAutoFit/>
          </a:bodyPr>
          <a:lstStyle/>
          <a:p>
            <a:pPr algn="ctr">
              <a:spcAft>
                <a:spcPts val="0"/>
              </a:spcAft>
            </a:pPr>
            <a:r>
              <a:rPr sz="1150" b="0" i="1">
                <a:solidFill>
                  <a:srgbClr val="5C6068"/>
                </a:solidFill>
              </a:rPr>
              <a:t>Role</a:t>
            </a:r>
          </a:p>
        </p:txBody>
      </p:sp>
      <p:sp>
        <p:nvSpPr>
          <p:cNvPr id="17" name="Member 3 card"/>
          <p:cNvSpPr/>
          <p:nvPr/>
        </p:nvSpPr>
        <p:spPr>
          <a:xfrm>
            <a:off x="3822191" y="1188720"/>
            <a:ext cx="1499616"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ember 3 badge"/>
          <p:cNvSpPr/>
          <p:nvPr/>
        </p:nvSpPr>
        <p:spPr>
          <a:xfrm>
            <a:off x="4206240" y="1389888"/>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Member 3 icon" descr="Member 3"/>
          <p:cNvPicPr>
            <a:picLocks noChangeAspect="1"/>
          </p:cNvPicPr>
          <p:nvPr/>
        </p:nvPicPr>
        <p:blipFill>
          <a:blip r:embed="rId2"/>
          <a:stretch>
            <a:fillRect/>
          </a:stretch>
        </p:blipFill>
        <p:spPr>
          <a:xfrm>
            <a:off x="4396435" y="1580083"/>
            <a:ext cx="351129" cy="351129"/>
          </a:xfrm>
          <a:prstGeom prst="rect">
            <a:avLst/>
          </a:prstGeom>
        </p:spPr>
      </p:pic>
      <p:sp>
        <p:nvSpPr>
          <p:cNvPr id="20" name="Member 3 name"/>
          <p:cNvSpPr txBox="1"/>
          <p:nvPr/>
        </p:nvSpPr>
        <p:spPr>
          <a:xfrm>
            <a:off x="3913631" y="2286000"/>
            <a:ext cx="1316736" cy="274320"/>
          </a:xfrm>
          <a:prstGeom prst="rect">
            <a:avLst/>
          </a:prstGeom>
          <a:noFill/>
        </p:spPr>
        <p:txBody>
          <a:bodyPr wrap="square" lIns="0" rIns="0" tIns="0" bIns="0" anchor="t">
            <a:spAutoFit/>
          </a:bodyPr>
          <a:lstStyle/>
          <a:p>
            <a:pPr algn="ctr">
              <a:spcAft>
                <a:spcPts val="0"/>
              </a:spcAft>
            </a:pPr>
            <a:r>
              <a:rPr sz="1250" b="0" i="1">
                <a:solidFill>
                  <a:srgbClr val="5C6068"/>
                </a:solidFill>
              </a:rPr>
              <a:t>Teammate name</a:t>
            </a:r>
          </a:p>
        </p:txBody>
      </p:sp>
      <p:sp>
        <p:nvSpPr>
          <p:cNvPr id="21" name="Member 3 role"/>
          <p:cNvSpPr txBox="1"/>
          <p:nvPr/>
        </p:nvSpPr>
        <p:spPr>
          <a:xfrm>
            <a:off x="3913631" y="2606040"/>
            <a:ext cx="1316736" cy="274320"/>
          </a:xfrm>
          <a:prstGeom prst="rect">
            <a:avLst/>
          </a:prstGeom>
          <a:noFill/>
        </p:spPr>
        <p:txBody>
          <a:bodyPr wrap="square" lIns="0" rIns="0" tIns="0" bIns="0" anchor="t">
            <a:spAutoFit/>
          </a:bodyPr>
          <a:lstStyle/>
          <a:p>
            <a:pPr algn="ctr">
              <a:spcAft>
                <a:spcPts val="0"/>
              </a:spcAft>
            </a:pPr>
            <a:r>
              <a:rPr sz="1150" b="0" i="1">
                <a:solidFill>
                  <a:srgbClr val="5C6068"/>
                </a:solidFill>
              </a:rPr>
              <a:t>Role</a:t>
            </a:r>
          </a:p>
        </p:txBody>
      </p:sp>
      <p:sp>
        <p:nvSpPr>
          <p:cNvPr id="22" name="Member 4 card"/>
          <p:cNvSpPr/>
          <p:nvPr/>
        </p:nvSpPr>
        <p:spPr>
          <a:xfrm>
            <a:off x="5504688" y="1188720"/>
            <a:ext cx="1499616"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Member 4 badge"/>
          <p:cNvSpPr/>
          <p:nvPr/>
        </p:nvSpPr>
        <p:spPr>
          <a:xfrm>
            <a:off x="5888736" y="1389888"/>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Member 4 icon" descr="Member 4"/>
          <p:cNvPicPr>
            <a:picLocks noChangeAspect="1"/>
          </p:cNvPicPr>
          <p:nvPr/>
        </p:nvPicPr>
        <p:blipFill>
          <a:blip r:embed="rId2"/>
          <a:stretch>
            <a:fillRect/>
          </a:stretch>
        </p:blipFill>
        <p:spPr>
          <a:xfrm>
            <a:off x="6078931" y="1580083"/>
            <a:ext cx="351129" cy="351129"/>
          </a:xfrm>
          <a:prstGeom prst="rect">
            <a:avLst/>
          </a:prstGeom>
        </p:spPr>
      </p:pic>
      <p:sp>
        <p:nvSpPr>
          <p:cNvPr id="25" name="Member 4 name"/>
          <p:cNvSpPr txBox="1"/>
          <p:nvPr/>
        </p:nvSpPr>
        <p:spPr>
          <a:xfrm>
            <a:off x="5596127" y="2286000"/>
            <a:ext cx="1316736" cy="274320"/>
          </a:xfrm>
          <a:prstGeom prst="rect">
            <a:avLst/>
          </a:prstGeom>
          <a:noFill/>
        </p:spPr>
        <p:txBody>
          <a:bodyPr wrap="square" lIns="0" rIns="0" tIns="0" bIns="0" anchor="t">
            <a:spAutoFit/>
          </a:bodyPr>
          <a:lstStyle/>
          <a:p>
            <a:pPr algn="ctr">
              <a:spcAft>
                <a:spcPts val="0"/>
              </a:spcAft>
            </a:pPr>
            <a:r>
              <a:rPr sz="1250" b="0" i="1">
                <a:solidFill>
                  <a:srgbClr val="5C6068"/>
                </a:solidFill>
              </a:rPr>
              <a:t>Teammate name</a:t>
            </a:r>
          </a:p>
        </p:txBody>
      </p:sp>
      <p:sp>
        <p:nvSpPr>
          <p:cNvPr id="26" name="Member 4 role"/>
          <p:cNvSpPr txBox="1"/>
          <p:nvPr/>
        </p:nvSpPr>
        <p:spPr>
          <a:xfrm>
            <a:off x="5596127" y="2606040"/>
            <a:ext cx="1316736" cy="274320"/>
          </a:xfrm>
          <a:prstGeom prst="rect">
            <a:avLst/>
          </a:prstGeom>
          <a:noFill/>
        </p:spPr>
        <p:txBody>
          <a:bodyPr wrap="square" lIns="0" rIns="0" tIns="0" bIns="0" anchor="t">
            <a:spAutoFit/>
          </a:bodyPr>
          <a:lstStyle/>
          <a:p>
            <a:pPr algn="ctr">
              <a:spcAft>
                <a:spcPts val="0"/>
              </a:spcAft>
            </a:pPr>
            <a:r>
              <a:rPr sz="1150" b="0" i="1">
                <a:solidFill>
                  <a:srgbClr val="5C6068"/>
                </a:solidFill>
              </a:rPr>
              <a:t>Role</a:t>
            </a:r>
          </a:p>
        </p:txBody>
      </p:sp>
      <p:sp>
        <p:nvSpPr>
          <p:cNvPr id="27" name="Member 5 card"/>
          <p:cNvSpPr/>
          <p:nvPr/>
        </p:nvSpPr>
        <p:spPr>
          <a:xfrm>
            <a:off x="7187183" y="1188720"/>
            <a:ext cx="1499616" cy="20574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ember 5 badge"/>
          <p:cNvSpPr/>
          <p:nvPr/>
        </p:nvSpPr>
        <p:spPr>
          <a:xfrm>
            <a:off x="7571231" y="1389888"/>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Member 5 icon" descr="Member 5"/>
          <p:cNvPicPr>
            <a:picLocks noChangeAspect="1"/>
          </p:cNvPicPr>
          <p:nvPr/>
        </p:nvPicPr>
        <p:blipFill>
          <a:blip r:embed="rId2"/>
          <a:stretch>
            <a:fillRect/>
          </a:stretch>
        </p:blipFill>
        <p:spPr>
          <a:xfrm>
            <a:off x="7761427" y="1580083"/>
            <a:ext cx="351129" cy="351129"/>
          </a:xfrm>
          <a:prstGeom prst="rect">
            <a:avLst/>
          </a:prstGeom>
        </p:spPr>
      </p:pic>
      <p:sp>
        <p:nvSpPr>
          <p:cNvPr id="30" name="Member 5 name"/>
          <p:cNvSpPr txBox="1"/>
          <p:nvPr/>
        </p:nvSpPr>
        <p:spPr>
          <a:xfrm>
            <a:off x="7278623" y="2286000"/>
            <a:ext cx="1316736" cy="274320"/>
          </a:xfrm>
          <a:prstGeom prst="rect">
            <a:avLst/>
          </a:prstGeom>
          <a:noFill/>
        </p:spPr>
        <p:txBody>
          <a:bodyPr wrap="square" lIns="0" rIns="0" tIns="0" bIns="0" anchor="t">
            <a:spAutoFit/>
          </a:bodyPr>
          <a:lstStyle/>
          <a:p>
            <a:pPr algn="ctr">
              <a:spcAft>
                <a:spcPts val="0"/>
              </a:spcAft>
            </a:pPr>
            <a:r>
              <a:rPr sz="1250" b="0" i="1">
                <a:solidFill>
                  <a:srgbClr val="5C6068"/>
                </a:solidFill>
              </a:rPr>
              <a:t>Teammate name</a:t>
            </a:r>
          </a:p>
        </p:txBody>
      </p:sp>
      <p:sp>
        <p:nvSpPr>
          <p:cNvPr id="31" name="Member 5 role"/>
          <p:cNvSpPr txBox="1"/>
          <p:nvPr/>
        </p:nvSpPr>
        <p:spPr>
          <a:xfrm>
            <a:off x="7278623" y="2606040"/>
            <a:ext cx="1316736" cy="274320"/>
          </a:xfrm>
          <a:prstGeom prst="rect">
            <a:avLst/>
          </a:prstGeom>
          <a:noFill/>
        </p:spPr>
        <p:txBody>
          <a:bodyPr wrap="square" lIns="0" rIns="0" tIns="0" bIns="0" anchor="t">
            <a:spAutoFit/>
          </a:bodyPr>
          <a:lstStyle/>
          <a:p>
            <a:pPr algn="ctr">
              <a:spcAft>
                <a:spcPts val="0"/>
              </a:spcAft>
            </a:pPr>
            <a:r>
              <a:rPr sz="1150" b="0" i="1">
                <a:solidFill>
                  <a:srgbClr val="5C6068"/>
                </a:solidFill>
              </a:rPr>
              <a:t>Role</a:t>
            </a:r>
          </a:p>
        </p:txBody>
      </p:sp>
      <p:sp>
        <p:nvSpPr>
          <p:cNvPr id="32" name="Shipped strip"/>
          <p:cNvSpPr/>
          <p:nvPr/>
        </p:nvSpPr>
        <p:spPr>
          <a:xfrm>
            <a:off x="457200" y="3474720"/>
            <a:ext cx="8229600" cy="658368"/>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hipped list"/>
          <p:cNvSpPr txBox="1"/>
          <p:nvPr/>
        </p:nvSpPr>
        <p:spPr>
          <a:xfrm>
            <a:off x="731520" y="3474720"/>
            <a:ext cx="7680960" cy="658368"/>
          </a:xfrm>
          <a:prstGeom prst="rect">
            <a:avLst/>
          </a:prstGeom>
          <a:noFill/>
        </p:spPr>
        <p:txBody>
          <a:bodyPr wrap="square" lIns="0" rIns="0" tIns="0" bIns="0" anchor="ctr">
            <a:spAutoFit/>
          </a:bodyPr>
          <a:lstStyle/>
          <a:p>
            <a:pPr algn="l">
              <a:spcAft>
                <a:spcPts val="0"/>
              </a:spcAft>
            </a:pPr>
            <a:r>
              <a:rPr sz="1250" b="1" i="0">
                <a:solidFill>
                  <a:schemeClr val="accent2"/>
                </a:solidFill>
              </a:rPr>
              <a:t>Built in 5 hours:  </a:t>
            </a:r>
            <a:r>
              <a:rPr sz="1250" b="0" i="0">
                <a:solidFill>
                  <a:schemeClr val="bg1"/>
                </a:solidFill>
              </a:rPr>
              <a:t>side-panel chat · click-to-verify citations · tab, PDF and link context · inline writing help · connector tools (MCP)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365760"/>
            <a:ext cx="8229600" cy="1371600"/>
          </a:xfrm>
        </p:spPr>
        <p:txBody>
          <a:bodyPr anchor="t"/>
          <a:lstStyle/>
          <a:p>
            <a:r>
              <a:rPr sz="3000"/>
              <a:t>Every AI question starts with a copy-paste and ends with a leap of faith</a:t>
            </a:r>
          </a:p>
        </p:txBody>
      </p:sp>
      <p:sp>
        <p:nvSpPr>
          <p:cNvPr id="5" name="Slide Number Placeholder 4">
            <a:extLst>
              <a:ext uri="{FF2B5EF4-FFF2-40B4-BE49-F238E27FC236}">
                <a16:creationId xmlns:a16="http://schemas.microsoft.com/office/drawing/2014/main" id="{A59BAAB4-9869-9248-9205-D735A6A0CDC5}"/>
              </a:ext>
            </a:extLst>
          </p:cNvPr>
          <p:cNvSpPr>
            <a:spLocks noGrp="1"/>
          </p:cNvSpPr>
          <p:nvPr>
            <p:ph type="sldNum" sz="quarter" idx="12"/>
          </p:nvPr>
        </p:nvSpPr>
        <p:spPr/>
        <p:txBody>
          <a:bodyPr/>
          <a:lstStyle/>
          <a:p>
            <a:fld id="{40398868-2947-614B-BB3E-A2C303F7BA40}" type="slidenum">
              <a:rPr lang="en-CA" smtClean="0"/>
              <a:pPr/>
              <a:t>6</a:t>
            </a:fld>
            <a:endParaRPr lang="en-CA" dirty="0"/>
          </a:p>
        </p:txBody>
      </p:sp>
      <p:sp>
        <p:nvSpPr>
          <p:cNvPr id="6" name="Problem 1 card"/>
          <p:cNvSpPr/>
          <p:nvPr/>
        </p:nvSpPr>
        <p:spPr>
          <a:xfrm>
            <a:off x="457200" y="1828800"/>
            <a:ext cx="2624328" cy="2286000"/>
          </a:xfrm>
          <a:prstGeom prst="roundRect">
            <a:avLst>
              <a:gd name="adj" fmla="val 5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ata leaves the page badge"/>
          <p:cNvSpPr/>
          <p:nvPr/>
        </p:nvSpPr>
        <p:spPr>
          <a:xfrm>
            <a:off x="685800" y="205740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Data leaves the page icon" descr="Data leaves the page"/>
          <p:cNvPicPr>
            <a:picLocks noChangeAspect="1"/>
          </p:cNvPicPr>
          <p:nvPr/>
        </p:nvPicPr>
        <p:blipFill>
          <a:blip r:embed="rId2"/>
          <a:stretch>
            <a:fillRect/>
          </a:stretch>
        </p:blipFill>
        <p:spPr>
          <a:xfrm>
            <a:off x="833201" y="2204801"/>
            <a:ext cx="272125" cy="272125"/>
          </a:xfrm>
          <a:prstGeom prst="rect">
            <a:avLst/>
          </a:prstGeom>
        </p:spPr>
      </p:pic>
      <p:sp>
        <p:nvSpPr>
          <p:cNvPr id="9" name="Problem 1 title"/>
          <p:cNvSpPr txBox="1"/>
          <p:nvPr/>
        </p:nvSpPr>
        <p:spPr>
          <a:xfrm>
            <a:off x="685800" y="2816352"/>
            <a:ext cx="2167128" cy="274320"/>
          </a:xfrm>
          <a:prstGeom prst="rect">
            <a:avLst/>
          </a:prstGeom>
          <a:noFill/>
        </p:spPr>
        <p:txBody>
          <a:bodyPr wrap="square" lIns="0" rIns="0" tIns="0" bIns="0" anchor="t">
            <a:spAutoFit/>
          </a:bodyPr>
          <a:lstStyle/>
          <a:p>
            <a:pPr algn="l">
              <a:spcAft>
                <a:spcPts val="0"/>
              </a:spcAft>
            </a:pPr>
            <a:r>
              <a:rPr sz="1500" b="1" i="0">
                <a:solidFill>
                  <a:schemeClr val="accent1"/>
                </a:solidFill>
              </a:rPr>
              <a:t>Data leaves the page</a:t>
            </a:r>
          </a:p>
        </p:txBody>
      </p:sp>
      <p:sp>
        <p:nvSpPr>
          <p:cNvPr id="10" name="Problem 1 text"/>
          <p:cNvSpPr txBox="1"/>
          <p:nvPr/>
        </p:nvSpPr>
        <p:spPr>
          <a:xfrm>
            <a:off x="685800" y="3154680"/>
            <a:ext cx="2167128" cy="868680"/>
          </a:xfrm>
          <a:prstGeom prst="rect">
            <a:avLst/>
          </a:prstGeom>
          <a:noFill/>
        </p:spPr>
        <p:txBody>
          <a:bodyPr wrap="square" lIns="0" rIns="0" tIns="0" bIns="0" anchor="t">
            <a:spAutoFit/>
          </a:bodyPr>
          <a:lstStyle/>
          <a:p>
            <a:pPr algn="l">
              <a:spcAft>
                <a:spcPts val="0"/>
              </a:spcAft>
            </a:pPr>
            <a:r>
              <a:rPr sz="1200" b="0" i="0">
                <a:solidFill>
                  <a:srgbClr val="262626"/>
                </a:solidFill>
              </a:rPr>
              <a:t>Text is copied out of its source and pasted into a separate window.</a:t>
            </a:r>
          </a:p>
        </p:txBody>
      </p:sp>
      <p:sp>
        <p:nvSpPr>
          <p:cNvPr id="11" name="Problem 2 card"/>
          <p:cNvSpPr/>
          <p:nvPr/>
        </p:nvSpPr>
        <p:spPr>
          <a:xfrm>
            <a:off x="3259836" y="1828800"/>
            <a:ext cx="2624328" cy="2286000"/>
          </a:xfrm>
          <a:prstGeom prst="roundRect">
            <a:avLst>
              <a:gd name="adj" fmla="val 5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he AI works blind badge"/>
          <p:cNvSpPr/>
          <p:nvPr/>
        </p:nvSpPr>
        <p:spPr>
          <a:xfrm>
            <a:off x="3488436" y="205740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The AI works blind icon" descr="The AI works blind"/>
          <p:cNvPicPr>
            <a:picLocks noChangeAspect="1"/>
          </p:cNvPicPr>
          <p:nvPr/>
        </p:nvPicPr>
        <p:blipFill>
          <a:blip r:embed="rId3"/>
          <a:stretch>
            <a:fillRect/>
          </a:stretch>
        </p:blipFill>
        <p:spPr>
          <a:xfrm>
            <a:off x="3635837" y="2204801"/>
            <a:ext cx="272125" cy="272125"/>
          </a:xfrm>
          <a:prstGeom prst="rect">
            <a:avLst/>
          </a:prstGeom>
        </p:spPr>
      </p:pic>
      <p:sp>
        <p:nvSpPr>
          <p:cNvPr id="14" name="Problem 2 title"/>
          <p:cNvSpPr txBox="1"/>
          <p:nvPr/>
        </p:nvSpPr>
        <p:spPr>
          <a:xfrm>
            <a:off x="3488436" y="2816352"/>
            <a:ext cx="2167128" cy="274320"/>
          </a:xfrm>
          <a:prstGeom prst="rect">
            <a:avLst/>
          </a:prstGeom>
          <a:noFill/>
        </p:spPr>
        <p:txBody>
          <a:bodyPr wrap="square" lIns="0" rIns="0" tIns="0" bIns="0" anchor="t">
            <a:spAutoFit/>
          </a:bodyPr>
          <a:lstStyle/>
          <a:p>
            <a:pPr algn="l">
              <a:spcAft>
                <a:spcPts val="0"/>
              </a:spcAft>
            </a:pPr>
            <a:r>
              <a:rPr sz="1500" b="1" i="0">
                <a:solidFill>
                  <a:schemeClr val="accent1"/>
                </a:solidFill>
              </a:rPr>
              <a:t>The AI works blind</a:t>
            </a:r>
          </a:p>
        </p:txBody>
      </p:sp>
      <p:sp>
        <p:nvSpPr>
          <p:cNvPr id="15" name="Problem 2 text"/>
          <p:cNvSpPr txBox="1"/>
          <p:nvPr/>
        </p:nvSpPr>
        <p:spPr>
          <a:xfrm>
            <a:off x="3488436" y="3154680"/>
            <a:ext cx="2167128" cy="868680"/>
          </a:xfrm>
          <a:prstGeom prst="rect">
            <a:avLst/>
          </a:prstGeom>
          <a:noFill/>
        </p:spPr>
        <p:txBody>
          <a:bodyPr wrap="square" lIns="0" rIns="0" tIns="0" bIns="0" anchor="t">
            <a:spAutoFit/>
          </a:bodyPr>
          <a:lstStyle/>
          <a:p>
            <a:pPr algn="l">
              <a:spcAft>
                <a:spcPts val="0"/>
              </a:spcAft>
            </a:pPr>
            <a:r>
              <a:rPr sz="1200" b="0" i="0">
                <a:solidFill>
                  <a:srgbClr val="262626"/>
                </a:solidFill>
              </a:rPr>
              <a:t>It sees only what you pasted: not your other tabs, the PDF, or the rest of the page.</a:t>
            </a:r>
          </a:p>
        </p:txBody>
      </p:sp>
      <p:sp>
        <p:nvSpPr>
          <p:cNvPr id="16" name="Problem 3 card"/>
          <p:cNvSpPr/>
          <p:nvPr/>
        </p:nvSpPr>
        <p:spPr>
          <a:xfrm>
            <a:off x="6062472" y="1828800"/>
            <a:ext cx="2624328" cy="2286000"/>
          </a:xfrm>
          <a:prstGeom prst="roundRect">
            <a:avLst>
              <a:gd name="adj" fmla="val 5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o receipts badge"/>
          <p:cNvSpPr/>
          <p:nvPr/>
        </p:nvSpPr>
        <p:spPr>
          <a:xfrm>
            <a:off x="6291072" y="2057400"/>
            <a:ext cx="566928" cy="56692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No receipts icon" descr="No receipts"/>
          <p:cNvPicPr>
            <a:picLocks noChangeAspect="1"/>
          </p:cNvPicPr>
          <p:nvPr/>
        </p:nvPicPr>
        <p:blipFill>
          <a:blip r:embed="rId4"/>
          <a:stretch>
            <a:fillRect/>
          </a:stretch>
        </p:blipFill>
        <p:spPr>
          <a:xfrm>
            <a:off x="6438473" y="2204801"/>
            <a:ext cx="272125" cy="272125"/>
          </a:xfrm>
          <a:prstGeom prst="rect">
            <a:avLst/>
          </a:prstGeom>
        </p:spPr>
      </p:pic>
      <p:sp>
        <p:nvSpPr>
          <p:cNvPr id="19" name="Problem 3 title"/>
          <p:cNvSpPr txBox="1"/>
          <p:nvPr/>
        </p:nvSpPr>
        <p:spPr>
          <a:xfrm>
            <a:off x="6291072" y="2816352"/>
            <a:ext cx="2167128" cy="274320"/>
          </a:xfrm>
          <a:prstGeom prst="rect">
            <a:avLst/>
          </a:prstGeom>
          <a:noFill/>
        </p:spPr>
        <p:txBody>
          <a:bodyPr wrap="square" lIns="0" rIns="0" tIns="0" bIns="0" anchor="t">
            <a:spAutoFit/>
          </a:bodyPr>
          <a:lstStyle/>
          <a:p>
            <a:pPr algn="l">
              <a:spcAft>
                <a:spcPts val="0"/>
              </a:spcAft>
            </a:pPr>
            <a:r>
              <a:rPr sz="1500" b="1" i="0">
                <a:solidFill>
                  <a:schemeClr val="accent1"/>
                </a:solidFill>
              </a:rPr>
              <a:t>No receipts</a:t>
            </a:r>
          </a:p>
        </p:txBody>
      </p:sp>
      <p:sp>
        <p:nvSpPr>
          <p:cNvPr id="20" name="Problem 3 text"/>
          <p:cNvSpPr txBox="1"/>
          <p:nvPr/>
        </p:nvSpPr>
        <p:spPr>
          <a:xfrm>
            <a:off x="6291072" y="3154680"/>
            <a:ext cx="2167128" cy="868680"/>
          </a:xfrm>
          <a:prstGeom prst="rect">
            <a:avLst/>
          </a:prstGeom>
          <a:noFill/>
        </p:spPr>
        <p:txBody>
          <a:bodyPr wrap="square" lIns="0" rIns="0" tIns="0" bIns="0" anchor="t">
            <a:spAutoFit/>
          </a:bodyPr>
          <a:lstStyle/>
          <a:p>
            <a:pPr algn="l">
              <a:spcAft>
                <a:spcPts val="0"/>
              </a:spcAft>
            </a:pPr>
            <a:r>
              <a:rPr sz="1200" b="0" i="0">
                <a:solidFill>
                  <a:srgbClr val="262626"/>
                </a:solidFill>
              </a:rPr>
              <a:t>Nothing ties an answer to the line it came from, so you hunt through the source to double-check.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solution: RBCAssist inside every tab</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7</a:t>
            </a:fld>
            <a:endParaRPr lang="en-CA" dirty="0"/>
          </a:p>
        </p:txBody>
      </p:sp>
      <p:sp>
        <p:nvSpPr>
          <p:cNvPr id="8" name="Sees what you see badge"/>
          <p:cNvSpPr/>
          <p:nvPr/>
        </p:nvSpPr>
        <p:spPr>
          <a:xfrm>
            <a:off x="457200" y="1243584"/>
            <a:ext cx="512064" cy="512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Sees what you see icon" descr="Sees what you see"/>
          <p:cNvPicPr>
            <a:picLocks noChangeAspect="1"/>
          </p:cNvPicPr>
          <p:nvPr/>
        </p:nvPicPr>
        <p:blipFill>
          <a:blip r:embed="rId2"/>
          <a:stretch>
            <a:fillRect/>
          </a:stretch>
        </p:blipFill>
        <p:spPr>
          <a:xfrm>
            <a:off x="590336" y="1376720"/>
            <a:ext cx="245790" cy="245790"/>
          </a:xfrm>
          <a:prstGeom prst="rect">
            <a:avLst/>
          </a:prstGeom>
        </p:spPr>
      </p:pic>
      <p:sp>
        <p:nvSpPr>
          <p:cNvPr id="10" name="Feature 1 title"/>
          <p:cNvSpPr txBox="1"/>
          <p:nvPr/>
        </p:nvSpPr>
        <p:spPr>
          <a:xfrm>
            <a:off x="1143000" y="1188720"/>
            <a:ext cx="3931920" cy="274320"/>
          </a:xfrm>
          <a:prstGeom prst="rect">
            <a:avLst/>
          </a:prstGeom>
          <a:noFill/>
        </p:spPr>
        <p:txBody>
          <a:bodyPr wrap="square" lIns="0" rIns="0" tIns="0" bIns="0" anchor="t">
            <a:spAutoFit/>
          </a:bodyPr>
          <a:lstStyle/>
          <a:p>
            <a:pPr algn="l">
              <a:spcAft>
                <a:spcPts val="0"/>
              </a:spcAft>
            </a:pPr>
            <a:r>
              <a:rPr sz="1400" b="1" i="0">
                <a:solidFill>
                  <a:schemeClr val="accent1"/>
                </a:solidFill>
              </a:rPr>
              <a:t>Sees what you see</a:t>
            </a:r>
          </a:p>
        </p:txBody>
      </p:sp>
      <p:sp>
        <p:nvSpPr>
          <p:cNvPr id="11" name="Feature 1 text"/>
          <p:cNvSpPr txBox="1"/>
          <p:nvPr/>
        </p:nvSpPr>
        <p:spPr>
          <a:xfrm>
            <a:off x="1143000" y="1472184"/>
            <a:ext cx="3931920" cy="438912"/>
          </a:xfrm>
          <a:prstGeom prst="rect">
            <a:avLst/>
          </a:prstGeom>
          <a:noFill/>
        </p:spPr>
        <p:txBody>
          <a:bodyPr wrap="square" lIns="0" rIns="0" tIns="0" bIns="0" anchor="t">
            <a:spAutoFit/>
          </a:bodyPr>
          <a:lstStyle/>
          <a:p>
            <a:pPr algn="l">
              <a:spcAft>
                <a:spcPts val="0"/>
              </a:spcAft>
            </a:pPr>
            <a:r>
              <a:rPr sz="1150" b="0" i="0">
                <a:solidFill>
                  <a:srgbClr val="262626"/>
                </a:solidFill>
              </a:rPr>
              <a:t>Toggle “Use this page”, @-mention up to 5 tabs, attach PDFs or follow a link.</a:t>
            </a:r>
          </a:p>
        </p:txBody>
      </p:sp>
      <p:sp>
        <p:nvSpPr>
          <p:cNvPr id="12" name="Shows its receipts badge"/>
          <p:cNvSpPr/>
          <p:nvPr/>
        </p:nvSpPr>
        <p:spPr>
          <a:xfrm>
            <a:off x="457200" y="2002536"/>
            <a:ext cx="512064" cy="512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Shows its receipts icon" descr="Shows its receipts"/>
          <p:cNvPicPr>
            <a:picLocks noChangeAspect="1"/>
          </p:cNvPicPr>
          <p:nvPr/>
        </p:nvPicPr>
        <p:blipFill>
          <a:blip r:embed="rId3"/>
          <a:stretch>
            <a:fillRect/>
          </a:stretch>
        </p:blipFill>
        <p:spPr>
          <a:xfrm>
            <a:off x="590336" y="2135672"/>
            <a:ext cx="245790" cy="245790"/>
          </a:xfrm>
          <a:prstGeom prst="rect">
            <a:avLst/>
          </a:prstGeom>
        </p:spPr>
      </p:pic>
      <p:sp>
        <p:nvSpPr>
          <p:cNvPr id="14" name="Feature 2 title"/>
          <p:cNvSpPr txBox="1"/>
          <p:nvPr/>
        </p:nvSpPr>
        <p:spPr>
          <a:xfrm>
            <a:off x="1143000" y="1947672"/>
            <a:ext cx="3931920" cy="274320"/>
          </a:xfrm>
          <a:prstGeom prst="rect">
            <a:avLst/>
          </a:prstGeom>
          <a:noFill/>
        </p:spPr>
        <p:txBody>
          <a:bodyPr wrap="square" lIns="0" rIns="0" tIns="0" bIns="0" anchor="t">
            <a:spAutoFit/>
          </a:bodyPr>
          <a:lstStyle/>
          <a:p>
            <a:pPr algn="l">
              <a:spcAft>
                <a:spcPts val="0"/>
              </a:spcAft>
            </a:pPr>
            <a:r>
              <a:rPr sz="1400" b="1" i="0">
                <a:solidFill>
                  <a:schemeClr val="accent1"/>
                </a:solidFill>
              </a:rPr>
              <a:t>Shows its receipts</a:t>
            </a:r>
          </a:p>
        </p:txBody>
      </p:sp>
      <p:sp>
        <p:nvSpPr>
          <p:cNvPr id="15" name="Feature 2 text"/>
          <p:cNvSpPr txBox="1"/>
          <p:nvPr/>
        </p:nvSpPr>
        <p:spPr>
          <a:xfrm>
            <a:off x="1143000" y="2231136"/>
            <a:ext cx="3931920" cy="438912"/>
          </a:xfrm>
          <a:prstGeom prst="rect">
            <a:avLst/>
          </a:prstGeom>
          <a:noFill/>
        </p:spPr>
        <p:txBody>
          <a:bodyPr wrap="square" lIns="0" rIns="0" tIns="0" bIns="0" anchor="t">
            <a:spAutoFit/>
          </a:bodyPr>
          <a:lstStyle/>
          <a:p>
            <a:pPr algn="l">
              <a:spcAft>
                <a:spcPts val="0"/>
              </a:spcAft>
            </a:pPr>
            <a:r>
              <a:rPr sz="1150" b="0" i="0">
                <a:solidFill>
                  <a:srgbClr val="262626"/>
                </a:solidFill>
              </a:rPr>
              <a:t>Numbered citations: one click jumps to and highlights the exact passage.</a:t>
            </a:r>
          </a:p>
        </p:txBody>
      </p:sp>
      <p:sp>
        <p:nvSpPr>
          <p:cNvPr id="16" name="Helps where you type badge"/>
          <p:cNvSpPr/>
          <p:nvPr/>
        </p:nvSpPr>
        <p:spPr>
          <a:xfrm>
            <a:off x="457200" y="2761488"/>
            <a:ext cx="512064" cy="512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Helps where you type icon" descr="Helps where you type"/>
          <p:cNvPicPr>
            <a:picLocks noChangeAspect="1"/>
          </p:cNvPicPr>
          <p:nvPr/>
        </p:nvPicPr>
        <p:blipFill>
          <a:blip r:embed="rId4"/>
          <a:stretch>
            <a:fillRect/>
          </a:stretch>
        </p:blipFill>
        <p:spPr>
          <a:xfrm>
            <a:off x="590336" y="2894624"/>
            <a:ext cx="245790" cy="245790"/>
          </a:xfrm>
          <a:prstGeom prst="rect">
            <a:avLst/>
          </a:prstGeom>
        </p:spPr>
      </p:pic>
      <p:sp>
        <p:nvSpPr>
          <p:cNvPr id="18" name="Feature 3 title"/>
          <p:cNvSpPr txBox="1"/>
          <p:nvPr/>
        </p:nvSpPr>
        <p:spPr>
          <a:xfrm>
            <a:off x="1143000" y="2706624"/>
            <a:ext cx="3931920" cy="274320"/>
          </a:xfrm>
          <a:prstGeom prst="rect">
            <a:avLst/>
          </a:prstGeom>
          <a:noFill/>
        </p:spPr>
        <p:txBody>
          <a:bodyPr wrap="square" lIns="0" rIns="0" tIns="0" bIns="0" anchor="t">
            <a:spAutoFit/>
          </a:bodyPr>
          <a:lstStyle/>
          <a:p>
            <a:pPr algn="l">
              <a:spcAft>
                <a:spcPts val="0"/>
              </a:spcAft>
            </a:pPr>
            <a:r>
              <a:rPr sz="1400" b="1" i="0">
                <a:solidFill>
                  <a:schemeClr val="accent1"/>
                </a:solidFill>
              </a:rPr>
              <a:t>Helps where you type</a:t>
            </a:r>
          </a:p>
        </p:txBody>
      </p:sp>
      <p:sp>
        <p:nvSpPr>
          <p:cNvPr id="19" name="Feature 3 text"/>
          <p:cNvSpPr txBox="1"/>
          <p:nvPr/>
        </p:nvSpPr>
        <p:spPr>
          <a:xfrm>
            <a:off x="1143000" y="2990088"/>
            <a:ext cx="3931920" cy="438912"/>
          </a:xfrm>
          <a:prstGeom prst="rect">
            <a:avLst/>
          </a:prstGeom>
          <a:noFill/>
        </p:spPr>
        <p:txBody>
          <a:bodyPr wrap="square" lIns="0" rIns="0" tIns="0" bIns="0" anchor="t">
            <a:spAutoFit/>
          </a:bodyPr>
          <a:lstStyle/>
          <a:p>
            <a:pPr algn="l">
              <a:spcAft>
                <a:spcPts val="0"/>
              </a:spcAft>
            </a:pPr>
            <a:r>
              <a:rPr sz="1150" b="0" i="0">
                <a:solidFill>
                  <a:srgbClr val="262626"/>
                </a:solidFill>
              </a:rPr>
              <a:t>Rewrite, Complete and Fix tone beside any text box; right-click to explain or translate.</a:t>
            </a:r>
          </a:p>
        </p:txBody>
      </p:sp>
      <p:sp>
        <p:nvSpPr>
          <p:cNvPr id="20" name="Acts only with your OK badge"/>
          <p:cNvSpPr/>
          <p:nvPr/>
        </p:nvSpPr>
        <p:spPr>
          <a:xfrm>
            <a:off x="457200" y="3520440"/>
            <a:ext cx="512064" cy="51206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Acts only with your OK icon" descr="Acts only with your OK"/>
          <p:cNvPicPr>
            <a:picLocks noChangeAspect="1"/>
          </p:cNvPicPr>
          <p:nvPr/>
        </p:nvPicPr>
        <p:blipFill>
          <a:blip r:embed="rId5"/>
          <a:stretch>
            <a:fillRect/>
          </a:stretch>
        </p:blipFill>
        <p:spPr>
          <a:xfrm>
            <a:off x="590336" y="3653576"/>
            <a:ext cx="245790" cy="245790"/>
          </a:xfrm>
          <a:prstGeom prst="rect">
            <a:avLst/>
          </a:prstGeom>
        </p:spPr>
      </p:pic>
      <p:sp>
        <p:nvSpPr>
          <p:cNvPr id="22" name="Feature 4 title"/>
          <p:cNvSpPr txBox="1"/>
          <p:nvPr/>
        </p:nvSpPr>
        <p:spPr>
          <a:xfrm>
            <a:off x="1143000" y="3465576"/>
            <a:ext cx="3931920" cy="274320"/>
          </a:xfrm>
          <a:prstGeom prst="rect">
            <a:avLst/>
          </a:prstGeom>
          <a:noFill/>
        </p:spPr>
        <p:txBody>
          <a:bodyPr wrap="square" lIns="0" rIns="0" tIns="0" bIns="0" anchor="t">
            <a:spAutoFit/>
          </a:bodyPr>
          <a:lstStyle/>
          <a:p>
            <a:pPr algn="l">
              <a:spcAft>
                <a:spcPts val="0"/>
              </a:spcAft>
            </a:pPr>
            <a:r>
              <a:rPr sz="1400" b="1" i="0">
                <a:solidFill>
                  <a:schemeClr val="accent1"/>
                </a:solidFill>
              </a:rPr>
              <a:t>Acts only with your OK</a:t>
            </a:r>
          </a:p>
        </p:txBody>
      </p:sp>
      <p:sp>
        <p:nvSpPr>
          <p:cNvPr id="23" name="Feature 4 text"/>
          <p:cNvSpPr txBox="1"/>
          <p:nvPr/>
        </p:nvSpPr>
        <p:spPr>
          <a:xfrm>
            <a:off x="1143000" y="3749039"/>
            <a:ext cx="3931920" cy="438912"/>
          </a:xfrm>
          <a:prstGeom prst="rect">
            <a:avLst/>
          </a:prstGeom>
          <a:noFill/>
        </p:spPr>
        <p:txBody>
          <a:bodyPr wrap="square" lIns="0" rIns="0" tIns="0" bIns="0" anchor="t">
            <a:spAutoFit/>
          </a:bodyPr>
          <a:lstStyle/>
          <a:p>
            <a:pPr algn="l">
              <a:spcAft>
                <a:spcPts val="0"/>
              </a:spcAft>
            </a:pPr>
            <a:r>
              <a:rPr sz="1150" b="0" i="0">
                <a:solidFill>
                  <a:srgbClr val="262626"/>
                </a:solidFill>
              </a:rPr>
              <a:t>Connect enterprise tools through MCP; anything that changes data waits for Allow.</a:t>
            </a:r>
          </a:p>
        </p:txBody>
      </p:sp>
      <p:sp>
        <p:nvSpPr>
          <p:cNvPr id="24" name="Panel mock"/>
          <p:cNvSpPr/>
          <p:nvPr/>
        </p:nvSpPr>
        <p:spPr>
          <a:xfrm>
            <a:off x="5349240" y="1143000"/>
            <a:ext cx="3337560" cy="3044952"/>
          </a:xfrm>
          <a:prstGeom prst="roundRect">
            <a:avLst>
              <a:gd name="adj" fmla="val 5000"/>
            </a:avLst>
          </a:prstGeom>
          <a:solidFill>
            <a:srgbClr val="F5F5F7"/>
          </a:solidFill>
          <a:ln w="12700">
            <a:solidFill>
              <a:srgbClr val="D3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anel title"/>
          <p:cNvSpPr txBox="1"/>
          <p:nvPr/>
        </p:nvSpPr>
        <p:spPr>
          <a:xfrm>
            <a:off x="5532120" y="1252728"/>
            <a:ext cx="1828800" cy="256032"/>
          </a:xfrm>
          <a:prstGeom prst="rect">
            <a:avLst/>
          </a:prstGeom>
          <a:noFill/>
        </p:spPr>
        <p:txBody>
          <a:bodyPr wrap="square" lIns="0" rIns="0" tIns="0" bIns="0" anchor="t">
            <a:spAutoFit/>
          </a:bodyPr>
          <a:lstStyle/>
          <a:p>
            <a:pPr algn="l">
              <a:spcAft>
                <a:spcPts val="0"/>
              </a:spcAft>
            </a:pPr>
            <a:r>
              <a:rPr sz="1300" b="1" i="0">
                <a:solidFill>
                  <a:schemeClr val="accent1"/>
                </a:solidFill>
              </a:rPr>
              <a:t>HiveMind</a:t>
            </a:r>
          </a:p>
        </p:txBody>
      </p:sp>
      <p:sp>
        <p:nvSpPr>
          <p:cNvPr id="26" name="Panel note"/>
          <p:cNvSpPr txBox="1"/>
          <p:nvPr/>
        </p:nvSpPr>
        <p:spPr>
          <a:xfrm>
            <a:off x="7589520" y="1280160"/>
            <a:ext cx="914400" cy="228600"/>
          </a:xfrm>
          <a:prstGeom prst="rect">
            <a:avLst/>
          </a:prstGeom>
          <a:noFill/>
        </p:spPr>
        <p:txBody>
          <a:bodyPr wrap="square" lIns="0" rIns="0" tIns="0" bIns="0" anchor="t">
            <a:spAutoFit/>
          </a:bodyPr>
          <a:lstStyle/>
          <a:p>
            <a:pPr algn="r">
              <a:spcAft>
                <a:spcPts val="0"/>
              </a:spcAft>
            </a:pPr>
            <a:r>
              <a:rPr sz="1000" b="0" i="1">
                <a:solidFill>
                  <a:srgbClr val="5C6068"/>
                </a:solidFill>
              </a:rPr>
              <a:t>Illustrative</a:t>
            </a:r>
          </a:p>
        </p:txBody>
      </p:sp>
      <p:sp>
        <p:nvSpPr>
          <p:cNvPr id="27" name="Page chip"/>
          <p:cNvSpPr/>
          <p:nvPr/>
        </p:nvSpPr>
        <p:spPr>
          <a:xfrm>
            <a:off x="5532120" y="1600200"/>
            <a:ext cx="1325880" cy="246888"/>
          </a:xfrm>
          <a:prstGeom prst="roundRect">
            <a:avLst>
              <a:gd name="adj" fmla="val 50000"/>
            </a:avLst>
          </a:prstGeom>
          <a:solidFill>
            <a:srgbClr val="E1E9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r>
              <a:rPr sz="1000" b="1">
                <a:solidFill>
                  <a:srgbClr val="0058A2"/>
                </a:solidFill>
              </a:rPr>
              <a:t>This page  ×</a:t>
            </a:r>
          </a:p>
        </p:txBody>
      </p:sp>
      <p:sp>
        <p:nvSpPr>
          <p:cNvPr id="28" name="User bubble"/>
          <p:cNvSpPr/>
          <p:nvPr/>
        </p:nvSpPr>
        <p:spPr>
          <a:xfrm>
            <a:off x="6400800" y="1984248"/>
            <a:ext cx="2103120" cy="457200"/>
          </a:xfrm>
          <a:prstGeom prst="roundRect">
            <a:avLst>
              <a:gd name="adj" fmla="val 20000"/>
            </a:avLst>
          </a:prstGeom>
          <a:solidFill>
            <a:srgbClr val="0058A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l"/>
            <a:r>
              <a:rPr sz="1100" b="0">
                <a:solidFill>
                  <a:schemeClr val="bg1"/>
                </a:solidFill>
              </a:rPr>
              <a:t>What's the early withdrawal fee?</a:t>
            </a:r>
          </a:p>
        </p:txBody>
      </p:sp>
      <p:sp>
        <p:nvSpPr>
          <p:cNvPr id="29" name="Assistant bubble"/>
          <p:cNvSpPr/>
          <p:nvPr/>
        </p:nvSpPr>
        <p:spPr>
          <a:xfrm>
            <a:off x="5532120" y="2560320"/>
            <a:ext cx="2743200" cy="713232"/>
          </a:xfrm>
          <a:prstGeom prst="roundRect">
            <a:avLst>
              <a:gd name="adj" fmla="val 14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ssistant text"/>
          <p:cNvSpPr txBox="1"/>
          <p:nvPr/>
        </p:nvSpPr>
        <p:spPr>
          <a:xfrm>
            <a:off x="5669279" y="2560320"/>
            <a:ext cx="2468880" cy="713232"/>
          </a:xfrm>
          <a:prstGeom prst="rect">
            <a:avLst/>
          </a:prstGeom>
          <a:noFill/>
        </p:spPr>
        <p:txBody>
          <a:bodyPr wrap="square" lIns="0" rIns="0" tIns="0" bIns="0" anchor="ctr">
            <a:spAutoFit/>
          </a:bodyPr>
          <a:lstStyle/>
          <a:p>
            <a:pPr algn="l">
              <a:spcAft>
                <a:spcPts val="0"/>
              </a:spcAft>
            </a:pPr>
            <a:r>
              <a:rPr sz="1100" b="0" i="0">
                <a:solidFill>
                  <a:srgbClr val="262626"/>
                </a:solidFill>
              </a:rPr>
              <a:t>A 2% fee applies before 90 days </a:t>
            </a:r>
            <a:r>
              <a:rPr sz="1100" b="1" i="0">
                <a:solidFill>
                  <a:srgbClr val="0058A2"/>
                </a:solidFill>
              </a:rPr>
              <a:t>[1]</a:t>
            </a:r>
            <a:r>
              <a:rPr sz="1100" b="0" i="0">
                <a:solidFill>
                  <a:srgbClr val="262626"/>
                </a:solidFill>
              </a:rPr>
              <a:t>, waived for hardship cases </a:t>
            </a:r>
            <a:r>
              <a:rPr sz="1100" b="1" i="0">
                <a:solidFill>
                  <a:srgbClr val="0058A2"/>
                </a:solidFill>
              </a:rPr>
              <a:t>[2]</a:t>
            </a:r>
            <a:r>
              <a:rPr sz="1100" b="0" i="0">
                <a:solidFill>
                  <a:srgbClr val="262626"/>
                </a:solidFill>
              </a:rPr>
              <a:t>.</a:t>
            </a:r>
          </a:p>
        </p:txBody>
      </p:sp>
      <p:sp>
        <p:nvSpPr>
          <p:cNvPr id="31" name="Citation chip 1"/>
          <p:cNvSpPr/>
          <p:nvPr/>
        </p:nvSpPr>
        <p:spPr>
          <a:xfrm>
            <a:off x="5532120" y="3383280"/>
            <a:ext cx="1280160" cy="237744"/>
          </a:xfrm>
          <a:prstGeom prst="roundRect">
            <a:avLst>
              <a:gd name="adj" fmla="val 50000"/>
            </a:avLst>
          </a:prstGeom>
          <a:solidFill>
            <a:srgbClr val="E1E9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r>
              <a:rPr sz="1000" b="1">
                <a:solidFill>
                  <a:srgbClr val="0058A2"/>
                </a:solidFill>
              </a:rPr>
              <a:t>1  Fee schedule</a:t>
            </a:r>
          </a:p>
        </p:txBody>
      </p:sp>
      <p:sp>
        <p:nvSpPr>
          <p:cNvPr id="32" name="Citation chip 2"/>
          <p:cNvSpPr/>
          <p:nvPr/>
        </p:nvSpPr>
        <p:spPr>
          <a:xfrm>
            <a:off x="6903720" y="3383280"/>
            <a:ext cx="1280160" cy="237744"/>
          </a:xfrm>
          <a:prstGeom prst="roundRect">
            <a:avLst>
              <a:gd name="adj" fmla="val 50000"/>
            </a:avLst>
          </a:prstGeom>
          <a:solidFill>
            <a:srgbClr val="E1E9F3"/>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r>
              <a:rPr sz="1000" b="1">
                <a:solidFill>
                  <a:srgbClr val="0058A2"/>
                </a:solidFill>
              </a:rPr>
              <a:t>2  Hardship policy</a:t>
            </a:r>
          </a:p>
        </p:txBody>
      </p:sp>
      <p:sp>
        <p:nvSpPr>
          <p:cNvPr id="33" name="Composer"/>
          <p:cNvSpPr/>
          <p:nvPr/>
        </p:nvSpPr>
        <p:spPr>
          <a:xfrm>
            <a:off x="5532120" y="3776472"/>
            <a:ext cx="2971800" cy="310896"/>
          </a:xfrm>
          <a:prstGeom prst="roundRect">
            <a:avLst>
              <a:gd name="adj" fmla="val 50000"/>
            </a:avLst>
          </a:prstGeom>
          <a:solidFill>
            <a:schemeClr val="bg1"/>
          </a:solidFill>
          <a:ln w="12700">
            <a:solidFill>
              <a:srgbClr val="D3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omposer hint"/>
          <p:cNvSpPr txBox="1"/>
          <p:nvPr/>
        </p:nvSpPr>
        <p:spPr>
          <a:xfrm>
            <a:off x="5715000" y="3776472"/>
            <a:ext cx="2377440" cy="310896"/>
          </a:xfrm>
          <a:prstGeom prst="rect">
            <a:avLst/>
          </a:prstGeom>
          <a:noFill/>
        </p:spPr>
        <p:txBody>
          <a:bodyPr wrap="square" lIns="0" rIns="0" tIns="0" bIns="0" anchor="ctr">
            <a:spAutoFit/>
          </a:bodyPr>
          <a:lstStyle/>
          <a:p>
            <a:pPr algn="l">
              <a:spcAft>
                <a:spcPts val="0"/>
              </a:spcAft>
            </a:pPr>
            <a:r>
              <a:rPr sz="1000" b="0" i="0">
                <a:solidFill>
                  <a:srgbClr val="8A8E95"/>
                </a:solidFill>
              </a:rPr>
              <a:t>Ask HiveMind… (@ to add a tab)</a:t>
            </a:r>
          </a:p>
        </p:txBody>
      </p:sp>
      <p:sp>
        <p:nvSpPr>
          <p:cNvPr id="35" name="Send"/>
          <p:cNvSpPr/>
          <p:nvPr/>
        </p:nvSpPr>
        <p:spPr>
          <a:xfrm>
            <a:off x="8229600" y="3794760"/>
            <a:ext cx="274320" cy="274320"/>
          </a:xfrm>
          <a:prstGeom prst="ellipse">
            <a:avLst/>
          </a:prstGeom>
          <a:solidFill>
            <a:srgbClr val="0058A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200" b="1">
                <a:solidFill>
                  <a:schemeClr val="bg1"/>
                </a:solidFill>
              </a:rPr>
              <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High-level architecture</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14</a:t>
            </a:fld>
            <a:endParaRPr lang="en-CA" dirty="0"/>
          </a:p>
        </p:txBody>
      </p:sp>
      <p:sp>
        <p:nvSpPr>
          <p:cNvPr id="8" name="Inputs label"/>
          <p:cNvSpPr txBox="1"/>
          <p:nvPr/>
        </p:nvSpPr>
        <p:spPr>
          <a:xfrm>
            <a:off x="457200" y="1097280"/>
            <a:ext cx="1737360" cy="201168"/>
          </a:xfrm>
          <a:prstGeom prst="rect">
            <a:avLst/>
          </a:prstGeom>
          <a:noFill/>
        </p:spPr>
        <p:txBody>
          <a:bodyPr wrap="square" lIns="0" rIns="0" tIns="0" bIns="0" anchor="t">
            <a:spAutoFit/>
          </a:bodyPr>
          <a:lstStyle/>
          <a:p>
            <a:pPr algn="l">
              <a:spcAft>
                <a:spcPts val="0"/>
              </a:spcAft>
            </a:pPr>
            <a:r>
              <a:rPr sz="1000" b="1" i="0">
                <a:solidFill>
                  <a:srgbClr val="5C6068"/>
                </a:solidFill>
              </a:rPr>
              <a:t>YOUR CONTEXT</a:t>
            </a:r>
          </a:p>
        </p:txBody>
      </p:sp>
      <p:sp>
        <p:nvSpPr>
          <p:cNvPr id="9" name="Input 1"/>
          <p:cNvSpPr/>
          <p:nvPr/>
        </p:nvSpPr>
        <p:spPr>
          <a:xfrm>
            <a:off x="457200" y="1371600"/>
            <a:ext cx="1737360" cy="475488"/>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nput 1 title"/>
          <p:cNvSpPr txBox="1"/>
          <p:nvPr/>
        </p:nvSpPr>
        <p:spPr>
          <a:xfrm>
            <a:off x="548640" y="1426464"/>
            <a:ext cx="1600200" cy="182880"/>
          </a:xfrm>
          <a:prstGeom prst="rect">
            <a:avLst/>
          </a:prstGeom>
          <a:noFill/>
        </p:spPr>
        <p:txBody>
          <a:bodyPr wrap="square" lIns="0" rIns="0" tIns="0" bIns="0" anchor="t">
            <a:spAutoFit/>
          </a:bodyPr>
          <a:lstStyle/>
          <a:p>
            <a:pPr algn="l">
              <a:spcAft>
                <a:spcPts val="0"/>
              </a:spcAft>
            </a:pPr>
            <a:r>
              <a:rPr sz="1100" b="1" i="0">
                <a:solidFill>
                  <a:schemeClr val="accent1"/>
                </a:solidFill>
              </a:rPr>
              <a:t>This page</a:t>
            </a:r>
          </a:p>
        </p:txBody>
      </p:sp>
      <p:sp>
        <p:nvSpPr>
          <p:cNvPr id="11" name="Input 1 sub"/>
          <p:cNvSpPr txBox="1"/>
          <p:nvPr/>
        </p:nvSpPr>
        <p:spPr>
          <a:xfrm>
            <a:off x="548640" y="1618488"/>
            <a:ext cx="1600200" cy="182880"/>
          </a:xfrm>
          <a:prstGeom prst="rect">
            <a:avLst/>
          </a:prstGeom>
          <a:noFill/>
        </p:spPr>
        <p:txBody>
          <a:bodyPr wrap="square" lIns="0" rIns="0" tIns="0" bIns="0" anchor="t">
            <a:spAutoFit/>
          </a:bodyPr>
          <a:lstStyle/>
          <a:p>
            <a:pPr algn="l">
              <a:spcAft>
                <a:spcPts val="0"/>
              </a:spcAft>
            </a:pPr>
            <a:r>
              <a:rPr sz="1000" b="0" i="0">
                <a:solidFill>
                  <a:srgbClr val="5C6068"/>
                </a:solidFill>
              </a:rPr>
              <a:t>“Use this page” toggle</a:t>
            </a:r>
          </a:p>
        </p:txBody>
      </p:sp>
      <p:sp>
        <p:nvSpPr>
          <p:cNvPr id="12" name="Input 2"/>
          <p:cNvSpPr/>
          <p:nvPr/>
        </p:nvSpPr>
        <p:spPr>
          <a:xfrm>
            <a:off x="457200" y="1938528"/>
            <a:ext cx="1737360" cy="475488"/>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nput 2 title"/>
          <p:cNvSpPr txBox="1"/>
          <p:nvPr/>
        </p:nvSpPr>
        <p:spPr>
          <a:xfrm>
            <a:off x="548640" y="1993392"/>
            <a:ext cx="1600200" cy="182880"/>
          </a:xfrm>
          <a:prstGeom prst="rect">
            <a:avLst/>
          </a:prstGeom>
          <a:noFill/>
        </p:spPr>
        <p:txBody>
          <a:bodyPr wrap="square" lIns="0" rIns="0" tIns="0" bIns="0" anchor="t">
            <a:spAutoFit/>
          </a:bodyPr>
          <a:lstStyle/>
          <a:p>
            <a:pPr algn="l">
              <a:spcAft>
                <a:spcPts val="0"/>
              </a:spcAft>
            </a:pPr>
            <a:r>
              <a:rPr sz="1100" b="1" i="0">
                <a:solidFill>
                  <a:schemeClr val="accent1"/>
                </a:solidFill>
              </a:rPr>
              <a:t>@-mentioned tabs</a:t>
            </a:r>
          </a:p>
        </p:txBody>
      </p:sp>
      <p:sp>
        <p:nvSpPr>
          <p:cNvPr id="14" name="Input 2 sub"/>
          <p:cNvSpPr txBox="1"/>
          <p:nvPr/>
        </p:nvSpPr>
        <p:spPr>
          <a:xfrm>
            <a:off x="548640" y="2185416"/>
            <a:ext cx="1600200" cy="182880"/>
          </a:xfrm>
          <a:prstGeom prst="rect">
            <a:avLst/>
          </a:prstGeom>
          <a:noFill/>
        </p:spPr>
        <p:txBody>
          <a:bodyPr wrap="square" lIns="0" rIns="0" tIns="0" bIns="0" anchor="t">
            <a:spAutoFit/>
          </a:bodyPr>
          <a:lstStyle/>
          <a:p>
            <a:pPr algn="l">
              <a:spcAft>
                <a:spcPts val="0"/>
              </a:spcAft>
            </a:pPr>
            <a:r>
              <a:rPr sz="1000" b="0" i="0">
                <a:solidFill>
                  <a:srgbClr val="5C6068"/>
                </a:solidFill>
              </a:rPr>
              <a:t>up to 5 per message</a:t>
            </a:r>
          </a:p>
        </p:txBody>
      </p:sp>
      <p:sp>
        <p:nvSpPr>
          <p:cNvPr id="15" name="Input 3"/>
          <p:cNvSpPr/>
          <p:nvPr/>
        </p:nvSpPr>
        <p:spPr>
          <a:xfrm>
            <a:off x="457200" y="2505456"/>
            <a:ext cx="1737360" cy="475488"/>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nput 3 title"/>
          <p:cNvSpPr txBox="1"/>
          <p:nvPr/>
        </p:nvSpPr>
        <p:spPr>
          <a:xfrm>
            <a:off x="548640" y="2560320"/>
            <a:ext cx="1600200" cy="182880"/>
          </a:xfrm>
          <a:prstGeom prst="rect">
            <a:avLst/>
          </a:prstGeom>
          <a:noFill/>
        </p:spPr>
        <p:txBody>
          <a:bodyPr wrap="square" lIns="0" rIns="0" tIns="0" bIns="0" anchor="t">
            <a:spAutoFit/>
          </a:bodyPr>
          <a:lstStyle/>
          <a:p>
            <a:pPr algn="l">
              <a:spcAft>
                <a:spcPts val="0"/>
              </a:spcAft>
            </a:pPr>
            <a:r>
              <a:rPr sz="1100" b="1" i="0">
                <a:solidFill>
                  <a:schemeClr val="accent1"/>
                </a:solidFill>
              </a:rPr>
              <a:t>Files, PDFs, links</a:t>
            </a:r>
          </a:p>
        </p:txBody>
      </p:sp>
      <p:sp>
        <p:nvSpPr>
          <p:cNvPr id="17" name="Input 3 sub"/>
          <p:cNvSpPr txBox="1"/>
          <p:nvPr/>
        </p:nvSpPr>
        <p:spPr>
          <a:xfrm>
            <a:off x="548640" y="2752344"/>
            <a:ext cx="1600200" cy="182880"/>
          </a:xfrm>
          <a:prstGeom prst="rect">
            <a:avLst/>
          </a:prstGeom>
          <a:noFill/>
        </p:spPr>
        <p:txBody>
          <a:bodyPr wrap="square" lIns="0" rIns="0" tIns="0" bIns="0" anchor="t">
            <a:spAutoFit/>
          </a:bodyPr>
          <a:lstStyle/>
          <a:p>
            <a:pPr algn="l">
              <a:spcAft>
                <a:spcPts val="0"/>
              </a:spcAft>
            </a:pPr>
            <a:r>
              <a:rPr sz="1000" b="0" i="0">
                <a:solidFill>
                  <a:srgbClr val="5C6068"/>
                </a:solidFill>
              </a:rPr>
              <a:t>parsed in the browser</a:t>
            </a:r>
          </a:p>
        </p:txBody>
      </p:sp>
      <p:sp>
        <p:nvSpPr>
          <p:cNvPr id="18" name="Live page"/>
          <p:cNvSpPr/>
          <p:nvPr/>
        </p:nvSpPr>
        <p:spPr>
          <a:xfrm>
            <a:off x="457200" y="3310128"/>
            <a:ext cx="1737360" cy="731520"/>
          </a:xfrm>
          <a:prstGeom prst="roundRect">
            <a:avLst>
              <a:gd name="adj" fmla="val 10000"/>
            </a:avLst>
          </a:prstGeom>
          <a:solidFill>
            <a:srgbClr val="FFF4D1"/>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ive page title"/>
          <p:cNvSpPr txBox="1"/>
          <p:nvPr/>
        </p:nvSpPr>
        <p:spPr>
          <a:xfrm>
            <a:off x="548640" y="3364992"/>
            <a:ext cx="1600200" cy="201168"/>
          </a:xfrm>
          <a:prstGeom prst="rect">
            <a:avLst/>
          </a:prstGeom>
          <a:noFill/>
        </p:spPr>
        <p:txBody>
          <a:bodyPr wrap="square" lIns="0" rIns="0" tIns="0" bIns="0" anchor="t">
            <a:spAutoFit/>
          </a:bodyPr>
          <a:lstStyle/>
          <a:p>
            <a:pPr algn="l">
              <a:spcAft>
                <a:spcPts val="0"/>
              </a:spcAft>
            </a:pPr>
            <a:r>
              <a:rPr sz="1100" b="1" i="0">
                <a:solidFill>
                  <a:schemeClr val="accent1"/>
                </a:solidFill>
              </a:rPr>
              <a:t>The live page</a:t>
            </a:r>
          </a:p>
        </p:txBody>
      </p:sp>
      <p:sp>
        <p:nvSpPr>
          <p:cNvPr id="20" name="Live page sub"/>
          <p:cNvSpPr txBox="1"/>
          <p:nvPr/>
        </p:nvSpPr>
        <p:spPr>
          <a:xfrm>
            <a:off x="548640" y="3584448"/>
            <a:ext cx="1600200" cy="411480"/>
          </a:xfrm>
          <a:prstGeom prst="rect">
            <a:avLst/>
          </a:prstGeom>
          <a:noFill/>
        </p:spPr>
        <p:txBody>
          <a:bodyPr wrap="square" lIns="0" rIns="0" tIns="0" bIns="0" anchor="t">
            <a:spAutoFit/>
          </a:bodyPr>
          <a:lstStyle/>
          <a:p>
            <a:pPr algn="l">
              <a:spcAft>
                <a:spcPts val="0"/>
              </a:spcAft>
            </a:pPr>
            <a:r>
              <a:rPr sz="1000" b="0" i="0">
                <a:solidFill>
                  <a:srgbClr val="5C6068"/>
                </a:solidFill>
              </a:rPr>
              <a:t>cited passage scrolls into view and is highlighted</a:t>
            </a:r>
          </a:p>
        </p:txBody>
      </p:sp>
      <p:sp>
        <p:nvSpPr>
          <p:cNvPr id="21" name="Extension container"/>
          <p:cNvSpPr/>
          <p:nvPr/>
        </p:nvSpPr>
        <p:spPr>
          <a:xfrm>
            <a:off x="2788920" y="1097280"/>
            <a:ext cx="3246120" cy="3090672"/>
          </a:xfrm>
          <a:prstGeom prst="roundRect">
            <a:avLst>
              <a:gd name="adj" fmla="val 3000"/>
            </a:avLst>
          </a:prstGeom>
          <a:noFill/>
          <a:ln w="127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xtension label"/>
          <p:cNvSpPr txBox="1"/>
          <p:nvPr/>
        </p:nvSpPr>
        <p:spPr>
          <a:xfrm>
            <a:off x="2926079" y="1161288"/>
            <a:ext cx="2971800" cy="201168"/>
          </a:xfrm>
          <a:prstGeom prst="rect">
            <a:avLst/>
          </a:prstGeom>
          <a:noFill/>
        </p:spPr>
        <p:txBody>
          <a:bodyPr wrap="square" lIns="0" rIns="0" tIns="0" bIns="0" anchor="t">
            <a:spAutoFit/>
          </a:bodyPr>
          <a:lstStyle/>
          <a:p>
            <a:pPr algn="l">
              <a:spcAft>
                <a:spcPts val="0"/>
              </a:spcAft>
            </a:pPr>
            <a:r>
              <a:rPr sz="1000" b="1" i="0">
                <a:solidFill>
                  <a:schemeClr val="accent1"/>
                </a:solidFill>
              </a:rPr>
              <a:t>HIVEMIND EXTENSION · runs in your browser</a:t>
            </a:r>
          </a:p>
        </p:txBody>
      </p:sp>
      <p:sp>
        <p:nvSpPr>
          <p:cNvPr id="23" name="Context builder box"/>
          <p:cNvSpPr/>
          <p:nvPr/>
        </p:nvSpPr>
        <p:spPr>
          <a:xfrm>
            <a:off x="2971800" y="1444752"/>
            <a:ext cx="2880360" cy="64008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ontext builder title"/>
          <p:cNvSpPr txBox="1"/>
          <p:nvPr/>
        </p:nvSpPr>
        <p:spPr>
          <a:xfrm>
            <a:off x="3108960" y="1536192"/>
            <a:ext cx="2606039" cy="219456"/>
          </a:xfrm>
          <a:prstGeom prst="rect">
            <a:avLst/>
          </a:prstGeom>
          <a:noFill/>
        </p:spPr>
        <p:txBody>
          <a:bodyPr wrap="square" lIns="0" rIns="0" tIns="0" bIns="0" anchor="t">
            <a:spAutoFit/>
          </a:bodyPr>
          <a:lstStyle/>
          <a:p>
            <a:pPr algn="l">
              <a:spcAft>
                <a:spcPts val="0"/>
              </a:spcAft>
            </a:pPr>
            <a:r>
              <a:rPr sz="1250" b="1" i="0">
                <a:solidFill>
                  <a:schemeClr val="bg1"/>
                </a:solidFill>
              </a:rPr>
              <a:t>Context builder</a:t>
            </a:r>
          </a:p>
        </p:txBody>
      </p:sp>
      <p:sp>
        <p:nvSpPr>
          <p:cNvPr id="25" name="Context builder sub"/>
          <p:cNvSpPr txBox="1"/>
          <p:nvPr/>
        </p:nvSpPr>
        <p:spPr>
          <a:xfrm>
            <a:off x="3108960" y="1792224"/>
            <a:ext cx="2606039" cy="219456"/>
          </a:xfrm>
          <a:prstGeom prst="rect">
            <a:avLst/>
          </a:prstGeom>
          <a:noFill/>
        </p:spPr>
        <p:txBody>
          <a:bodyPr wrap="square" lIns="0" rIns="0" tIns="0" bIns="0" anchor="t">
            <a:spAutoFit/>
          </a:bodyPr>
          <a:lstStyle/>
          <a:p>
            <a:pPr algn="l">
              <a:spcAft>
                <a:spcPts val="0"/>
              </a:spcAft>
            </a:pPr>
            <a:r>
              <a:rPr sz="1000" b="0" i="0">
                <a:solidFill>
                  <a:srgbClr val="C9D8EA"/>
                </a:solidFill>
              </a:rPr>
              <a:t>numbered ~400-char passages</a:t>
            </a:r>
          </a:p>
        </p:txBody>
      </p:sp>
      <p:sp>
        <p:nvSpPr>
          <p:cNvPr id="26" name="Orchestrator box"/>
          <p:cNvSpPr/>
          <p:nvPr/>
        </p:nvSpPr>
        <p:spPr>
          <a:xfrm>
            <a:off x="2971800" y="2359152"/>
            <a:ext cx="2880360" cy="64008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rchestrator title"/>
          <p:cNvSpPr txBox="1"/>
          <p:nvPr/>
        </p:nvSpPr>
        <p:spPr>
          <a:xfrm>
            <a:off x="3108960" y="2450592"/>
            <a:ext cx="2606039" cy="219456"/>
          </a:xfrm>
          <a:prstGeom prst="rect">
            <a:avLst/>
          </a:prstGeom>
          <a:noFill/>
        </p:spPr>
        <p:txBody>
          <a:bodyPr wrap="square" lIns="0" rIns="0" tIns="0" bIns="0" anchor="t">
            <a:spAutoFit/>
          </a:bodyPr>
          <a:lstStyle/>
          <a:p>
            <a:pPr algn="l">
              <a:spcAft>
                <a:spcPts val="0"/>
              </a:spcAft>
            </a:pPr>
            <a:r>
              <a:rPr sz="1250" b="1" i="0">
                <a:solidFill>
                  <a:schemeClr val="bg1"/>
                </a:solidFill>
              </a:rPr>
              <a:t>Orchestrator</a:t>
            </a:r>
          </a:p>
        </p:txBody>
      </p:sp>
      <p:sp>
        <p:nvSpPr>
          <p:cNvPr id="28" name="Orchestrator sub"/>
          <p:cNvSpPr txBox="1"/>
          <p:nvPr/>
        </p:nvSpPr>
        <p:spPr>
          <a:xfrm>
            <a:off x="3108960" y="2706624"/>
            <a:ext cx="2606039" cy="219456"/>
          </a:xfrm>
          <a:prstGeom prst="rect">
            <a:avLst/>
          </a:prstGeom>
          <a:noFill/>
        </p:spPr>
        <p:txBody>
          <a:bodyPr wrap="square" lIns="0" rIns="0" tIns="0" bIns="0" anchor="t">
            <a:spAutoFit/>
          </a:bodyPr>
          <a:lstStyle/>
          <a:p>
            <a:pPr algn="l">
              <a:spcAft>
                <a:spcPts val="0"/>
              </a:spcAft>
            </a:pPr>
            <a:r>
              <a:rPr sz="1000" b="0" i="0">
                <a:solidFill>
                  <a:srgbClr val="C9D8EA"/>
                </a:solidFill>
              </a:rPr>
              <a:t>tool loop (≤5 rounds) · approvals · tool router</a:t>
            </a:r>
          </a:p>
        </p:txBody>
      </p:sp>
      <p:sp>
        <p:nvSpPr>
          <p:cNvPr id="29" name="Side panel UI box"/>
          <p:cNvSpPr/>
          <p:nvPr/>
        </p:nvSpPr>
        <p:spPr>
          <a:xfrm>
            <a:off x="2971800" y="3273552"/>
            <a:ext cx="2880360" cy="64008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ide panel UI title"/>
          <p:cNvSpPr txBox="1"/>
          <p:nvPr/>
        </p:nvSpPr>
        <p:spPr>
          <a:xfrm>
            <a:off x="3108960" y="3364992"/>
            <a:ext cx="2606039" cy="219456"/>
          </a:xfrm>
          <a:prstGeom prst="rect">
            <a:avLst/>
          </a:prstGeom>
          <a:noFill/>
        </p:spPr>
        <p:txBody>
          <a:bodyPr wrap="square" lIns="0" rIns="0" tIns="0" bIns="0" anchor="t">
            <a:spAutoFit/>
          </a:bodyPr>
          <a:lstStyle/>
          <a:p>
            <a:pPr algn="l">
              <a:spcAft>
                <a:spcPts val="0"/>
              </a:spcAft>
            </a:pPr>
            <a:r>
              <a:rPr sz="1250" b="1" i="0">
                <a:solidFill>
                  <a:schemeClr val="bg1"/>
                </a:solidFill>
              </a:rPr>
              <a:t>Side panel UI</a:t>
            </a:r>
          </a:p>
        </p:txBody>
      </p:sp>
      <p:sp>
        <p:nvSpPr>
          <p:cNvPr id="31" name="Side panel UI sub"/>
          <p:cNvSpPr txBox="1"/>
          <p:nvPr/>
        </p:nvSpPr>
        <p:spPr>
          <a:xfrm>
            <a:off x="3108960" y="3621024"/>
            <a:ext cx="2606039" cy="219456"/>
          </a:xfrm>
          <a:prstGeom prst="rect">
            <a:avLst/>
          </a:prstGeom>
          <a:noFill/>
        </p:spPr>
        <p:txBody>
          <a:bodyPr wrap="square" lIns="0" rIns="0" tIns="0" bIns="0" anchor="t">
            <a:spAutoFit/>
          </a:bodyPr>
          <a:lstStyle/>
          <a:p>
            <a:pPr algn="l">
              <a:spcAft>
                <a:spcPts val="0"/>
              </a:spcAft>
            </a:pPr>
            <a:r>
              <a:rPr sz="1000" b="0" i="0">
                <a:solidFill>
                  <a:srgbClr val="C9D8EA"/>
                </a:solidFill>
              </a:rPr>
              <a:t>chat · history · tools · inline buttons</a:t>
            </a:r>
          </a:p>
        </p:txBody>
      </p:sp>
      <p:cxnSp>
        <p:nvCxnSpPr>
          <p:cNvPr id="32" name="Builder to orchestrator"/>
          <p:cNvCxnSpPr/>
          <p:nvPr/>
        </p:nvCxnSpPr>
        <p:spPr>
          <a:xfrm>
            <a:off x="4411979" y="2084831"/>
            <a:ext cx="0" cy="274321"/>
          </a:xfrm>
          <a:prstGeom prst="line">
            <a:avLst/>
          </a:prstGeom>
          <a:ln w="2857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Orchestrator to panel"/>
          <p:cNvCxnSpPr/>
          <p:nvPr/>
        </p:nvCxnSpPr>
        <p:spPr>
          <a:xfrm>
            <a:off x="4411979" y="2999232"/>
            <a:ext cx="0" cy="274320"/>
          </a:xfrm>
          <a:prstGeom prst="line">
            <a:avLst/>
          </a:prstGeom>
          <a:ln w="2857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utside label"/>
          <p:cNvSpPr txBox="1"/>
          <p:nvPr/>
        </p:nvSpPr>
        <p:spPr>
          <a:xfrm>
            <a:off x="6446520" y="1097280"/>
            <a:ext cx="2240280" cy="201168"/>
          </a:xfrm>
          <a:prstGeom prst="rect">
            <a:avLst/>
          </a:prstGeom>
          <a:noFill/>
        </p:spPr>
        <p:txBody>
          <a:bodyPr wrap="square" lIns="0" rIns="0" tIns="0" bIns="0" anchor="t">
            <a:spAutoFit/>
          </a:bodyPr>
          <a:lstStyle/>
          <a:p>
            <a:pPr algn="l">
              <a:spcAft>
                <a:spcPts val="0"/>
              </a:spcAft>
            </a:pPr>
            <a:r>
              <a:rPr sz="1000" b="1" i="0">
                <a:solidFill>
                  <a:srgbClr val="5C6068"/>
                </a:solidFill>
              </a:rPr>
              <a:t>OUTSIDE THE BROWSER</a:t>
            </a:r>
          </a:p>
        </p:txBody>
      </p:sp>
      <p:sp>
        <p:nvSpPr>
          <p:cNvPr id="35" name="Gateway box"/>
          <p:cNvSpPr/>
          <p:nvPr/>
        </p:nvSpPr>
        <p:spPr>
          <a:xfrm>
            <a:off x="6446520" y="1508760"/>
            <a:ext cx="2240280" cy="1143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ateway title"/>
          <p:cNvSpPr txBox="1"/>
          <p:nvPr/>
        </p:nvSpPr>
        <p:spPr>
          <a:xfrm>
            <a:off x="6583680" y="1609344"/>
            <a:ext cx="1965960" cy="219456"/>
          </a:xfrm>
          <a:prstGeom prst="rect">
            <a:avLst/>
          </a:prstGeom>
          <a:noFill/>
        </p:spPr>
        <p:txBody>
          <a:bodyPr wrap="square" lIns="0" rIns="0" tIns="0" bIns="0" anchor="t">
            <a:spAutoFit/>
          </a:bodyPr>
          <a:lstStyle/>
          <a:p>
            <a:pPr algn="l">
              <a:spcAft>
                <a:spcPts val="0"/>
              </a:spcAft>
            </a:pPr>
            <a:r>
              <a:rPr sz="1250" b="1" i="0">
                <a:solidFill>
                  <a:schemeClr val="bg1"/>
                </a:solidFill>
              </a:rPr>
              <a:t>RBCAssist gateway</a:t>
            </a:r>
          </a:p>
        </p:txBody>
      </p:sp>
      <p:sp>
        <p:nvSpPr>
          <p:cNvPr id="37" name="Gateway sub"/>
          <p:cNvSpPr txBox="1"/>
          <p:nvPr/>
        </p:nvSpPr>
        <p:spPr>
          <a:xfrm>
            <a:off x="6583680" y="1883664"/>
            <a:ext cx="1965960" cy="731520"/>
          </a:xfrm>
          <a:prstGeom prst="rect">
            <a:avLst/>
          </a:prstGeom>
          <a:noFill/>
        </p:spPr>
        <p:txBody>
          <a:bodyPr wrap="square" lIns="0" rIns="0" tIns="0" bIns="0" anchor="t">
            <a:spAutoFit/>
          </a:bodyPr>
          <a:lstStyle/>
          <a:p>
            <a:pPr algn="l">
              <a:spcAft>
                <a:spcPts val="0"/>
              </a:spcAft>
            </a:pPr>
            <a:r>
              <a:rPr sz="1000" b="0" i="0">
                <a:solidFill>
                  <a:srgbClr val="C9D8EA"/>
                </a:solidFill>
              </a:rPr>
              <a:t>the model and its guardrails; replies stream back</a:t>
            </a:r>
          </a:p>
        </p:txBody>
      </p:sp>
      <p:sp>
        <p:nvSpPr>
          <p:cNvPr id="38" name="MCP box"/>
          <p:cNvSpPr/>
          <p:nvPr/>
        </p:nvSpPr>
        <p:spPr>
          <a:xfrm>
            <a:off x="6446520" y="2788920"/>
            <a:ext cx="2240280" cy="1143000"/>
          </a:xfrm>
          <a:prstGeom prst="roundRect">
            <a:avLst>
              <a:gd name="adj" fmla="val 8000"/>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MCP title"/>
          <p:cNvSpPr txBox="1"/>
          <p:nvPr/>
        </p:nvSpPr>
        <p:spPr>
          <a:xfrm>
            <a:off x="6583680" y="2889504"/>
            <a:ext cx="1965960" cy="219456"/>
          </a:xfrm>
          <a:prstGeom prst="rect">
            <a:avLst/>
          </a:prstGeom>
          <a:noFill/>
        </p:spPr>
        <p:txBody>
          <a:bodyPr wrap="square" lIns="0" rIns="0" tIns="0" bIns="0" anchor="t">
            <a:spAutoFit/>
          </a:bodyPr>
          <a:lstStyle/>
          <a:p>
            <a:pPr algn="l">
              <a:spcAft>
                <a:spcPts val="0"/>
              </a:spcAft>
            </a:pPr>
            <a:r>
              <a:rPr sz="1250" b="1" i="0">
                <a:solidFill>
                  <a:schemeClr val="accent1"/>
                </a:solidFill>
              </a:rPr>
              <a:t>MCP connectors</a:t>
            </a:r>
          </a:p>
        </p:txBody>
      </p:sp>
      <p:sp>
        <p:nvSpPr>
          <p:cNvPr id="40" name="MCP sub"/>
          <p:cNvSpPr txBox="1"/>
          <p:nvPr/>
        </p:nvSpPr>
        <p:spPr>
          <a:xfrm>
            <a:off x="6583680" y="3163824"/>
            <a:ext cx="1965960" cy="731520"/>
          </a:xfrm>
          <a:prstGeom prst="rect">
            <a:avLst/>
          </a:prstGeom>
          <a:noFill/>
        </p:spPr>
        <p:txBody>
          <a:bodyPr wrap="square" lIns="0" rIns="0" tIns="0" bIns="0" anchor="t">
            <a:spAutoFit/>
          </a:bodyPr>
          <a:lstStyle/>
          <a:p>
            <a:pPr algn="l">
              <a:spcAft>
                <a:spcPts val="0"/>
              </a:spcAft>
            </a:pPr>
            <a:r>
              <a:rPr sz="1000" b="0" i="0">
                <a:solidFill>
                  <a:srgbClr val="5C6068"/>
                </a:solidFill>
              </a:rPr>
              <a:t>enterprise tools; read-only runs, writes need Allow</a:t>
            </a:r>
          </a:p>
        </p:txBody>
      </p:sp>
      <p:cxnSp>
        <p:nvCxnSpPr>
          <p:cNvPr id="41" name="Input 1 stub"/>
          <p:cNvCxnSpPr/>
          <p:nvPr/>
        </p:nvCxnSpPr>
        <p:spPr>
          <a:xfrm>
            <a:off x="2194560" y="1609344"/>
            <a:ext cx="182880" cy="0"/>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2" name="Input 2 stub"/>
          <p:cNvCxnSpPr/>
          <p:nvPr/>
        </p:nvCxnSpPr>
        <p:spPr>
          <a:xfrm>
            <a:off x="2194560" y="2176272"/>
            <a:ext cx="182880" cy="0"/>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3" name="Input 3 stub"/>
          <p:cNvCxnSpPr/>
          <p:nvPr/>
        </p:nvCxnSpPr>
        <p:spPr>
          <a:xfrm>
            <a:off x="2194560" y="2743200"/>
            <a:ext cx="182880" cy="0"/>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4" name="Input bus"/>
          <p:cNvCxnSpPr/>
          <p:nvPr/>
        </p:nvCxnSpPr>
        <p:spPr>
          <a:xfrm>
            <a:off x="2377440" y="1609344"/>
            <a:ext cx="0" cy="1133856"/>
          </a:xfrm>
          <a:prstGeom prst="line">
            <a:avLst/>
          </a:prstGeom>
          <a:ln w="190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45" name="Bus to builder"/>
          <p:cNvCxnSpPr/>
          <p:nvPr/>
        </p:nvCxnSpPr>
        <p:spPr>
          <a:xfrm>
            <a:off x="2377440" y="1783080"/>
            <a:ext cx="594360" cy="0"/>
          </a:xfrm>
          <a:prstGeom prst="line">
            <a:avLst/>
          </a:prstGeom>
          <a:ln w="22225">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Orchestrator to gateway"/>
          <p:cNvCxnSpPr/>
          <p:nvPr/>
        </p:nvCxnSpPr>
        <p:spPr>
          <a:xfrm>
            <a:off x="5852159" y="2487168"/>
            <a:ext cx="594361" cy="0"/>
          </a:xfrm>
          <a:prstGeom prst="line">
            <a:avLst/>
          </a:prstGeom>
          <a:ln w="25400">
            <a:solidFill>
              <a:schemeClr val="accent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Orchestrator to connectors"/>
          <p:cNvCxnSpPr/>
          <p:nvPr/>
        </p:nvCxnSpPr>
        <p:spPr>
          <a:xfrm>
            <a:off x="5852159" y="2926080"/>
            <a:ext cx="594361" cy="0"/>
          </a:xfrm>
          <a:prstGeom prst="line">
            <a:avLst/>
          </a:prstGeom>
          <a:ln w="25400">
            <a:solidFill>
              <a:schemeClr val="accent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itation click to live page"/>
          <p:cNvCxnSpPr/>
          <p:nvPr/>
        </p:nvCxnSpPr>
        <p:spPr>
          <a:xfrm flipH="1">
            <a:off x="2194560" y="3593592"/>
            <a:ext cx="777240" cy="0"/>
          </a:xfrm>
          <a:prstGeom prst="line">
            <a:avLst/>
          </a:prstGeom>
          <a:ln w="28575">
            <a:solidFill>
              <a:schemeClr val="accent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Step 1"/>
          <p:cNvSpPr/>
          <p:nvPr/>
        </p:nvSpPr>
        <p:spPr>
          <a:xfrm>
            <a:off x="2505456" y="1463040"/>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a:solidFill>
                  <a:schemeClr val="accent1"/>
                </a:solidFill>
              </a:rPr>
              <a:t>1</a:t>
            </a:r>
          </a:p>
        </p:txBody>
      </p:sp>
      <p:sp>
        <p:nvSpPr>
          <p:cNvPr id="50" name="Step 2"/>
          <p:cNvSpPr/>
          <p:nvPr/>
        </p:nvSpPr>
        <p:spPr>
          <a:xfrm>
            <a:off x="6126480" y="2176272"/>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a:solidFill>
                  <a:schemeClr val="accent1"/>
                </a:solidFill>
              </a:rPr>
              <a:t>2</a:t>
            </a:r>
          </a:p>
        </p:txBody>
      </p:sp>
      <p:sp>
        <p:nvSpPr>
          <p:cNvPr id="51" name="Step 3"/>
          <p:cNvSpPr/>
          <p:nvPr/>
        </p:nvSpPr>
        <p:spPr>
          <a:xfrm>
            <a:off x="6126480" y="2980944"/>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a:solidFill>
                  <a:schemeClr val="accent1"/>
                </a:solidFill>
              </a:rPr>
              <a:t>3</a:t>
            </a:r>
          </a:p>
        </p:txBody>
      </p:sp>
      <p:sp>
        <p:nvSpPr>
          <p:cNvPr id="52" name="Step 4"/>
          <p:cNvSpPr/>
          <p:nvPr/>
        </p:nvSpPr>
        <p:spPr>
          <a:xfrm>
            <a:off x="4521707" y="3017520"/>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a:solidFill>
                  <a:schemeClr val="accent1"/>
                </a:solidFill>
              </a:rPr>
              <a:t>4</a:t>
            </a:r>
          </a:p>
        </p:txBody>
      </p:sp>
      <p:sp>
        <p:nvSpPr>
          <p:cNvPr id="53" name="Step 5"/>
          <p:cNvSpPr/>
          <p:nvPr/>
        </p:nvSpPr>
        <p:spPr>
          <a:xfrm>
            <a:off x="2395728" y="3291840"/>
            <a:ext cx="237744" cy="237744"/>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100" b="1">
                <a:solidFill>
                  <a:schemeClr val="accent1"/>
                </a:solidFill>
              </a:rPr>
              <a:t>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Tech stack</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7</a:t>
            </a:fld>
            <a:endParaRPr lang="en-CA" dirty="0"/>
          </a:p>
        </p:txBody>
      </p:sp>
      <p:sp>
        <p:nvSpPr>
          <p:cNvPr id="8" name="Platform label"/>
          <p:cNvSpPr/>
          <p:nvPr/>
        </p:nvSpPr>
        <p:spPr>
          <a:xfrm>
            <a:off x="457200" y="1143000"/>
            <a:ext cx="1920240" cy="530352"/>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atform badge"/>
          <p:cNvSpPr/>
          <p:nvPr/>
        </p:nvSpPr>
        <p:spPr>
          <a:xfrm>
            <a:off x="566928" y="1234440"/>
            <a:ext cx="347472" cy="347472"/>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latform icon" descr="Platform"/>
          <p:cNvPicPr>
            <a:picLocks noChangeAspect="1"/>
          </p:cNvPicPr>
          <p:nvPr/>
        </p:nvPicPr>
        <p:blipFill>
          <a:blip r:embed="rId2"/>
          <a:stretch>
            <a:fillRect/>
          </a:stretch>
        </p:blipFill>
        <p:spPr>
          <a:xfrm>
            <a:off x="657270" y="1324782"/>
            <a:ext cx="166786" cy="166786"/>
          </a:xfrm>
          <a:prstGeom prst="rect">
            <a:avLst/>
          </a:prstGeom>
        </p:spPr>
      </p:pic>
      <p:sp>
        <p:nvSpPr>
          <p:cNvPr id="11" name="Platform name"/>
          <p:cNvSpPr txBox="1"/>
          <p:nvPr/>
        </p:nvSpPr>
        <p:spPr>
          <a:xfrm>
            <a:off x="1024128" y="1143000"/>
            <a:ext cx="1325880" cy="530352"/>
          </a:xfrm>
          <a:prstGeom prst="rect">
            <a:avLst/>
          </a:prstGeom>
          <a:noFill/>
        </p:spPr>
        <p:txBody>
          <a:bodyPr wrap="square" lIns="0" rIns="0" tIns="0" bIns="0" anchor="ctr">
            <a:spAutoFit/>
          </a:bodyPr>
          <a:lstStyle/>
          <a:p>
            <a:pPr algn="l">
              <a:spcAft>
                <a:spcPts val="0"/>
              </a:spcAft>
            </a:pPr>
            <a:r>
              <a:rPr sz="1250" b="1" i="0">
                <a:solidFill>
                  <a:schemeClr val="bg1"/>
                </a:solidFill>
              </a:rPr>
              <a:t>Platform</a:t>
            </a:r>
          </a:p>
        </p:txBody>
      </p:sp>
      <p:sp>
        <p:nvSpPr>
          <p:cNvPr id="12" name="Platform body box"/>
          <p:cNvSpPr/>
          <p:nvPr/>
        </p:nvSpPr>
        <p:spPr>
          <a:xfrm>
            <a:off x="2468880" y="1143000"/>
            <a:ext cx="6217920" cy="530352"/>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latform body"/>
          <p:cNvSpPr txBox="1"/>
          <p:nvPr/>
        </p:nvSpPr>
        <p:spPr>
          <a:xfrm>
            <a:off x="2633472" y="1143000"/>
            <a:ext cx="5897880" cy="530352"/>
          </a:xfrm>
          <a:prstGeom prst="rect">
            <a:avLst/>
          </a:prstGeom>
          <a:noFill/>
        </p:spPr>
        <p:txBody>
          <a:bodyPr wrap="square" lIns="0" rIns="0" tIns="0" bIns="0" anchor="ctr">
            <a:spAutoFit/>
          </a:bodyPr>
          <a:lstStyle/>
          <a:p>
            <a:pPr algn="l">
              <a:spcAft>
                <a:spcPts val="0"/>
              </a:spcAft>
            </a:pPr>
            <a:r>
              <a:rPr sz="1100" b="0" i="0">
                <a:solidFill>
                  <a:srgbClr val="262626"/>
                </a:solidFill>
              </a:rPr>
              <a:t>Chrome extension (Manifest V3) · Side Panel · service worker · content scripts · permissions requested on demand</a:t>
            </a:r>
          </a:p>
        </p:txBody>
      </p:sp>
      <p:sp>
        <p:nvSpPr>
          <p:cNvPr id="14" name="Front end label"/>
          <p:cNvSpPr/>
          <p:nvPr/>
        </p:nvSpPr>
        <p:spPr>
          <a:xfrm>
            <a:off x="457200" y="1755648"/>
            <a:ext cx="1920240" cy="530352"/>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ont end badge"/>
          <p:cNvSpPr/>
          <p:nvPr/>
        </p:nvSpPr>
        <p:spPr>
          <a:xfrm>
            <a:off x="566928" y="1847088"/>
            <a:ext cx="347472" cy="347472"/>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Front end icon" descr="Front end"/>
          <p:cNvPicPr>
            <a:picLocks noChangeAspect="1"/>
          </p:cNvPicPr>
          <p:nvPr/>
        </p:nvPicPr>
        <p:blipFill>
          <a:blip r:embed="rId3"/>
          <a:stretch>
            <a:fillRect/>
          </a:stretch>
        </p:blipFill>
        <p:spPr>
          <a:xfrm>
            <a:off x="657270" y="1937430"/>
            <a:ext cx="166786" cy="166786"/>
          </a:xfrm>
          <a:prstGeom prst="rect">
            <a:avLst/>
          </a:prstGeom>
        </p:spPr>
      </p:pic>
      <p:sp>
        <p:nvSpPr>
          <p:cNvPr id="17" name="Front end name"/>
          <p:cNvSpPr txBox="1"/>
          <p:nvPr/>
        </p:nvSpPr>
        <p:spPr>
          <a:xfrm>
            <a:off x="1024128" y="1755648"/>
            <a:ext cx="1325880" cy="530352"/>
          </a:xfrm>
          <a:prstGeom prst="rect">
            <a:avLst/>
          </a:prstGeom>
          <a:noFill/>
        </p:spPr>
        <p:txBody>
          <a:bodyPr wrap="square" lIns="0" rIns="0" tIns="0" bIns="0" anchor="ctr">
            <a:spAutoFit/>
          </a:bodyPr>
          <a:lstStyle/>
          <a:p>
            <a:pPr algn="l">
              <a:spcAft>
                <a:spcPts val="0"/>
              </a:spcAft>
            </a:pPr>
            <a:r>
              <a:rPr sz="1250" b="1" i="0">
                <a:solidFill>
                  <a:schemeClr val="bg1"/>
                </a:solidFill>
              </a:rPr>
              <a:t>Front end</a:t>
            </a:r>
          </a:p>
        </p:txBody>
      </p:sp>
      <p:sp>
        <p:nvSpPr>
          <p:cNvPr id="18" name="Front end body box"/>
          <p:cNvSpPr/>
          <p:nvPr/>
        </p:nvSpPr>
        <p:spPr>
          <a:xfrm>
            <a:off x="2468880" y="1755648"/>
            <a:ext cx="6217920" cy="530352"/>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ont end body"/>
          <p:cNvSpPr txBox="1"/>
          <p:nvPr/>
        </p:nvSpPr>
        <p:spPr>
          <a:xfrm>
            <a:off x="2633472" y="1755648"/>
            <a:ext cx="5897880" cy="530352"/>
          </a:xfrm>
          <a:prstGeom prst="rect">
            <a:avLst/>
          </a:prstGeom>
          <a:noFill/>
        </p:spPr>
        <p:txBody>
          <a:bodyPr wrap="square" lIns="0" rIns="0" tIns="0" bIns="0" anchor="ctr">
            <a:spAutoFit/>
          </a:bodyPr>
          <a:lstStyle/>
          <a:p>
            <a:pPr algn="l">
              <a:spcAft>
                <a:spcPts val="0"/>
              </a:spcAft>
            </a:pPr>
            <a:r>
              <a:rPr sz="1100" b="0" i="0">
                <a:solidFill>
                  <a:srgbClr val="262626"/>
                </a:solidFill>
              </a:rPr>
              <a:t>Vanilla JavaScript (ES modules), no framework · HTML/CSS with RBC palette tokens, light and dark mode · ARIA, reduced-motion support</a:t>
            </a:r>
          </a:p>
        </p:txBody>
      </p:sp>
      <p:sp>
        <p:nvSpPr>
          <p:cNvPr id="20" name="AI label"/>
          <p:cNvSpPr/>
          <p:nvPr/>
        </p:nvSpPr>
        <p:spPr>
          <a:xfrm>
            <a:off x="457200" y="2368296"/>
            <a:ext cx="1920240" cy="530352"/>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I badge"/>
          <p:cNvSpPr/>
          <p:nvPr/>
        </p:nvSpPr>
        <p:spPr>
          <a:xfrm>
            <a:off x="566928" y="2459736"/>
            <a:ext cx="347472" cy="347472"/>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AI icon" descr="AI"/>
          <p:cNvPicPr>
            <a:picLocks noChangeAspect="1"/>
          </p:cNvPicPr>
          <p:nvPr/>
        </p:nvPicPr>
        <p:blipFill>
          <a:blip r:embed="rId4"/>
          <a:stretch>
            <a:fillRect/>
          </a:stretch>
        </p:blipFill>
        <p:spPr>
          <a:xfrm>
            <a:off x="657270" y="2550078"/>
            <a:ext cx="166786" cy="166786"/>
          </a:xfrm>
          <a:prstGeom prst="rect">
            <a:avLst/>
          </a:prstGeom>
        </p:spPr>
      </p:pic>
      <p:sp>
        <p:nvSpPr>
          <p:cNvPr id="23" name="AI name"/>
          <p:cNvSpPr txBox="1"/>
          <p:nvPr/>
        </p:nvSpPr>
        <p:spPr>
          <a:xfrm>
            <a:off x="1024128" y="2368296"/>
            <a:ext cx="1325880" cy="530352"/>
          </a:xfrm>
          <a:prstGeom prst="rect">
            <a:avLst/>
          </a:prstGeom>
          <a:noFill/>
        </p:spPr>
        <p:txBody>
          <a:bodyPr wrap="square" lIns="0" rIns="0" tIns="0" bIns="0" anchor="ctr">
            <a:spAutoFit/>
          </a:bodyPr>
          <a:lstStyle/>
          <a:p>
            <a:pPr algn="l">
              <a:spcAft>
                <a:spcPts val="0"/>
              </a:spcAft>
            </a:pPr>
            <a:r>
              <a:rPr sz="1250" b="1" i="0">
                <a:solidFill>
                  <a:schemeClr val="bg1"/>
                </a:solidFill>
              </a:rPr>
              <a:t>AI</a:t>
            </a:r>
          </a:p>
        </p:txBody>
      </p:sp>
      <p:sp>
        <p:nvSpPr>
          <p:cNvPr id="24" name="AI body box"/>
          <p:cNvSpPr/>
          <p:nvPr/>
        </p:nvSpPr>
        <p:spPr>
          <a:xfrm>
            <a:off x="2468880" y="2368296"/>
            <a:ext cx="6217920" cy="530352"/>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I body"/>
          <p:cNvSpPr txBox="1"/>
          <p:nvPr/>
        </p:nvSpPr>
        <p:spPr>
          <a:xfrm>
            <a:off x="2633472" y="2368296"/>
            <a:ext cx="5897880" cy="530352"/>
          </a:xfrm>
          <a:prstGeom prst="rect">
            <a:avLst/>
          </a:prstGeom>
          <a:noFill/>
        </p:spPr>
        <p:txBody>
          <a:bodyPr wrap="square" lIns="0" rIns="0" tIns="0" bIns="0" anchor="ctr">
            <a:spAutoFit/>
          </a:bodyPr>
          <a:lstStyle/>
          <a:p>
            <a:pPr algn="l">
              <a:spcAft>
                <a:spcPts val="0"/>
              </a:spcAft>
            </a:pPr>
            <a:r>
              <a:rPr sz="1100" b="0" i="0">
                <a:solidFill>
                  <a:srgbClr val="262626"/>
                </a:solidFill>
              </a:rPr>
              <a:t>RBCAssist gateway over HTTPS with streaming · OpenAI-compatible chat schema with tool calling (config switch) · low-cost tool router above 8 tools</a:t>
            </a:r>
          </a:p>
        </p:txBody>
      </p:sp>
      <p:sp>
        <p:nvSpPr>
          <p:cNvPr id="26" name="Connectors &amp; files label"/>
          <p:cNvSpPr/>
          <p:nvPr/>
        </p:nvSpPr>
        <p:spPr>
          <a:xfrm>
            <a:off x="457200" y="2980944"/>
            <a:ext cx="1920240" cy="530352"/>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nnectors &amp; files badge"/>
          <p:cNvSpPr/>
          <p:nvPr/>
        </p:nvSpPr>
        <p:spPr>
          <a:xfrm>
            <a:off x="566928" y="3072384"/>
            <a:ext cx="347472" cy="347472"/>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Connectors &amp; files icon" descr="Connectors &amp; files"/>
          <p:cNvPicPr>
            <a:picLocks noChangeAspect="1"/>
          </p:cNvPicPr>
          <p:nvPr/>
        </p:nvPicPr>
        <p:blipFill>
          <a:blip r:embed="rId5"/>
          <a:stretch>
            <a:fillRect/>
          </a:stretch>
        </p:blipFill>
        <p:spPr>
          <a:xfrm>
            <a:off x="657270" y="3162726"/>
            <a:ext cx="166786" cy="166786"/>
          </a:xfrm>
          <a:prstGeom prst="rect">
            <a:avLst/>
          </a:prstGeom>
        </p:spPr>
      </p:pic>
      <p:sp>
        <p:nvSpPr>
          <p:cNvPr id="29" name="Connectors &amp; files name"/>
          <p:cNvSpPr txBox="1"/>
          <p:nvPr/>
        </p:nvSpPr>
        <p:spPr>
          <a:xfrm>
            <a:off x="1024128" y="2980944"/>
            <a:ext cx="1325880" cy="530352"/>
          </a:xfrm>
          <a:prstGeom prst="rect">
            <a:avLst/>
          </a:prstGeom>
          <a:noFill/>
        </p:spPr>
        <p:txBody>
          <a:bodyPr wrap="square" lIns="0" rIns="0" tIns="0" bIns="0" anchor="ctr">
            <a:spAutoFit/>
          </a:bodyPr>
          <a:lstStyle/>
          <a:p>
            <a:pPr algn="l">
              <a:spcAft>
                <a:spcPts val="0"/>
              </a:spcAft>
            </a:pPr>
            <a:r>
              <a:rPr sz="1250" b="1" i="0">
                <a:solidFill>
                  <a:schemeClr val="bg1"/>
                </a:solidFill>
              </a:rPr>
              <a:t>Connectors &amp; files</a:t>
            </a:r>
          </a:p>
        </p:txBody>
      </p:sp>
      <p:sp>
        <p:nvSpPr>
          <p:cNvPr id="30" name="Connectors &amp; files body box"/>
          <p:cNvSpPr/>
          <p:nvPr/>
        </p:nvSpPr>
        <p:spPr>
          <a:xfrm>
            <a:off x="2468880" y="2980944"/>
            <a:ext cx="6217920" cy="530352"/>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nnectors &amp; files body"/>
          <p:cNvSpPr txBox="1"/>
          <p:nvPr/>
        </p:nvSpPr>
        <p:spPr>
          <a:xfrm>
            <a:off x="2633472" y="2980944"/>
            <a:ext cx="5897880" cy="530352"/>
          </a:xfrm>
          <a:prstGeom prst="rect">
            <a:avLst/>
          </a:prstGeom>
          <a:noFill/>
        </p:spPr>
        <p:txBody>
          <a:bodyPr wrap="square" lIns="0" rIns="0" tIns="0" bIns="0" anchor="ctr">
            <a:spAutoFit/>
          </a:bodyPr>
          <a:lstStyle/>
          <a:p>
            <a:pPr algn="l">
              <a:spcAft>
                <a:spcPts val="0"/>
              </a:spcAft>
            </a:pPr>
            <a:r>
              <a:rPr sz="1100" b="0" i="0">
                <a:solidFill>
                  <a:srgbClr val="262626"/>
                </a:solidFill>
              </a:rPr>
              <a:t>MCP over Streamable HTTP (JSON-RPC 2.0) · pdf.js for in-browser PDF parsing · CSS Custom Highlight API for citations</a:t>
            </a:r>
          </a:p>
        </p:txBody>
      </p:sp>
      <p:sp>
        <p:nvSpPr>
          <p:cNvPr id="32" name="Storage &amp; safety label"/>
          <p:cNvSpPr/>
          <p:nvPr/>
        </p:nvSpPr>
        <p:spPr>
          <a:xfrm>
            <a:off x="457200" y="3593592"/>
            <a:ext cx="1920240" cy="530352"/>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orage &amp; safety badge"/>
          <p:cNvSpPr/>
          <p:nvPr/>
        </p:nvSpPr>
        <p:spPr>
          <a:xfrm>
            <a:off x="566928" y="3685032"/>
            <a:ext cx="347472" cy="347472"/>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Storage &amp; safety icon" descr="Storage &amp; safety"/>
          <p:cNvPicPr>
            <a:picLocks noChangeAspect="1"/>
          </p:cNvPicPr>
          <p:nvPr/>
        </p:nvPicPr>
        <p:blipFill>
          <a:blip r:embed="rId6"/>
          <a:stretch>
            <a:fillRect/>
          </a:stretch>
        </p:blipFill>
        <p:spPr>
          <a:xfrm>
            <a:off x="657270" y="3775374"/>
            <a:ext cx="166786" cy="166786"/>
          </a:xfrm>
          <a:prstGeom prst="rect">
            <a:avLst/>
          </a:prstGeom>
        </p:spPr>
      </p:pic>
      <p:sp>
        <p:nvSpPr>
          <p:cNvPr id="35" name="Storage &amp; safety name"/>
          <p:cNvSpPr txBox="1"/>
          <p:nvPr/>
        </p:nvSpPr>
        <p:spPr>
          <a:xfrm>
            <a:off x="1024128" y="3593592"/>
            <a:ext cx="1325880" cy="530352"/>
          </a:xfrm>
          <a:prstGeom prst="rect">
            <a:avLst/>
          </a:prstGeom>
          <a:noFill/>
        </p:spPr>
        <p:txBody>
          <a:bodyPr wrap="square" lIns="0" rIns="0" tIns="0" bIns="0" anchor="ctr">
            <a:spAutoFit/>
          </a:bodyPr>
          <a:lstStyle/>
          <a:p>
            <a:pPr algn="l">
              <a:spcAft>
                <a:spcPts val="0"/>
              </a:spcAft>
            </a:pPr>
            <a:r>
              <a:rPr sz="1250" b="1" i="0">
                <a:solidFill>
                  <a:schemeClr val="bg1"/>
                </a:solidFill>
              </a:rPr>
              <a:t>Storage &amp; safety</a:t>
            </a:r>
          </a:p>
        </p:txBody>
      </p:sp>
      <p:sp>
        <p:nvSpPr>
          <p:cNvPr id="36" name="Storage &amp; safety body box"/>
          <p:cNvSpPr/>
          <p:nvPr/>
        </p:nvSpPr>
        <p:spPr>
          <a:xfrm>
            <a:off x="2468880" y="3593592"/>
            <a:ext cx="6217920" cy="530352"/>
          </a:xfrm>
          <a:prstGeom prst="roundRect">
            <a:avLst>
              <a:gd name="adj" fmla="val 10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torage &amp; safety body"/>
          <p:cNvSpPr txBox="1"/>
          <p:nvPr/>
        </p:nvSpPr>
        <p:spPr>
          <a:xfrm>
            <a:off x="2633472" y="3593592"/>
            <a:ext cx="5897880" cy="530352"/>
          </a:xfrm>
          <a:prstGeom prst="rect">
            <a:avLst/>
          </a:prstGeom>
          <a:noFill/>
        </p:spPr>
        <p:txBody>
          <a:bodyPr wrap="square" lIns="0" rIns="0" tIns="0" bIns="0" anchor="ctr">
            <a:spAutoFit/>
          </a:bodyPr>
          <a:lstStyle/>
          <a:p>
            <a:pPr algn="l">
              <a:spcAft>
                <a:spcPts val="0"/>
              </a:spcAft>
            </a:pPr>
            <a:r>
              <a:rPr sz="1100" b="0" i="0">
                <a:solidFill>
                  <a:srgbClr val="262626"/>
                </a:solidFill>
              </a:rPr>
              <a:t>chrome.storage local and session · no HiveMind backend · DOM-only rendering (no innerHTML) · tool output fenced as untrusted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Performance, measured</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14</a:t>
            </a:fld>
            <a:endParaRPr lang="en-CA" dirty="0"/>
          </a:p>
        </p:txBody>
      </p:sp>
      <p:sp>
        <p:nvSpPr>
          <p:cNvPr id="8" name="Stat 1 card"/>
          <p:cNvSpPr/>
          <p:nvPr/>
        </p:nvSpPr>
        <p:spPr>
          <a:xfrm>
            <a:off x="457200" y="1143000"/>
            <a:ext cx="1920240" cy="109728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1 value"/>
          <p:cNvSpPr txBox="1"/>
          <p:nvPr/>
        </p:nvSpPr>
        <p:spPr>
          <a:xfrm>
            <a:off x="594360" y="1188720"/>
            <a:ext cx="1645920" cy="411480"/>
          </a:xfrm>
          <a:prstGeom prst="rect">
            <a:avLst/>
          </a:prstGeom>
          <a:noFill/>
        </p:spPr>
        <p:txBody>
          <a:bodyPr wrap="square" lIns="0" rIns="0" tIns="0" bIns="0" anchor="t">
            <a:spAutoFit/>
          </a:bodyPr>
          <a:lstStyle/>
          <a:p>
            <a:pPr algn="l">
              <a:spcAft>
                <a:spcPts val="0"/>
              </a:spcAft>
            </a:pPr>
            <a:r>
              <a:rPr sz="2600" b="1" i="0">
                <a:solidFill>
                  <a:schemeClr val="accent1"/>
                </a:solidFill>
              </a:rPr>
              <a:t>2.7 ms</a:t>
            </a:r>
          </a:p>
        </p:txBody>
      </p:sp>
      <p:sp>
        <p:nvSpPr>
          <p:cNvPr id="10" name="Stat 1 label"/>
          <p:cNvSpPr txBox="1"/>
          <p:nvPr/>
        </p:nvSpPr>
        <p:spPr>
          <a:xfrm>
            <a:off x="594360" y="1645920"/>
            <a:ext cx="1645920" cy="548640"/>
          </a:xfrm>
          <a:prstGeom prst="rect">
            <a:avLst/>
          </a:prstGeom>
          <a:noFill/>
        </p:spPr>
        <p:txBody>
          <a:bodyPr wrap="square" lIns="0" rIns="0" tIns="0" bIns="0" anchor="t">
            <a:spAutoFit/>
          </a:bodyPr>
          <a:lstStyle/>
          <a:p>
            <a:pPr algn="l">
              <a:spcAft>
                <a:spcPts val="0"/>
              </a:spcAft>
            </a:pPr>
            <a:r>
              <a:rPr sz="1050" b="0" i="0">
                <a:solidFill>
                  <a:srgbClr val="262626"/>
                </a:solidFill>
              </a:rPr>
              <a:t>to build model context from a 500K-character source</a:t>
            </a:r>
          </a:p>
        </p:txBody>
      </p:sp>
      <p:sp>
        <p:nvSpPr>
          <p:cNvPr id="11" name="Stat 2 card"/>
          <p:cNvSpPr/>
          <p:nvPr/>
        </p:nvSpPr>
        <p:spPr>
          <a:xfrm>
            <a:off x="2560320" y="1143000"/>
            <a:ext cx="1920240" cy="109728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2 value"/>
          <p:cNvSpPr txBox="1"/>
          <p:nvPr/>
        </p:nvSpPr>
        <p:spPr>
          <a:xfrm>
            <a:off x="2697480" y="1188720"/>
            <a:ext cx="1645920" cy="411480"/>
          </a:xfrm>
          <a:prstGeom prst="rect">
            <a:avLst/>
          </a:prstGeom>
          <a:noFill/>
        </p:spPr>
        <p:txBody>
          <a:bodyPr wrap="square" lIns="0" rIns="0" tIns="0" bIns="0" anchor="t">
            <a:spAutoFit/>
          </a:bodyPr>
          <a:lstStyle/>
          <a:p>
            <a:pPr algn="l">
              <a:spcAft>
                <a:spcPts val="0"/>
              </a:spcAft>
            </a:pPr>
            <a:r>
              <a:rPr sz="2600" b="1" i="0">
                <a:solidFill>
                  <a:schemeClr val="accent1"/>
                </a:solidFill>
              </a:rPr>
              <a:t>31 ms</a:t>
            </a:r>
          </a:p>
        </p:txBody>
      </p:sp>
      <p:sp>
        <p:nvSpPr>
          <p:cNvPr id="13" name="Stat 2 label"/>
          <p:cNvSpPr txBox="1"/>
          <p:nvPr/>
        </p:nvSpPr>
        <p:spPr>
          <a:xfrm>
            <a:off x="2697480" y="1645920"/>
            <a:ext cx="1645920" cy="548640"/>
          </a:xfrm>
          <a:prstGeom prst="rect">
            <a:avLst/>
          </a:prstGeom>
          <a:noFill/>
        </p:spPr>
        <p:txBody>
          <a:bodyPr wrap="square" lIns="0" rIns="0" tIns="0" bIns="0" anchor="t">
            <a:spAutoFit/>
          </a:bodyPr>
          <a:lstStyle/>
          <a:p>
            <a:pPr algn="l">
              <a:spcAft>
                <a:spcPts val="0"/>
              </a:spcAft>
            </a:pPr>
            <a:r>
              <a:rPr sz="1050" b="0" i="0">
                <a:solidFill>
                  <a:srgbClr val="262626"/>
                </a:solidFill>
              </a:rPr>
              <a:t>to find and highlight a citation on a 500K-character page</a:t>
            </a:r>
          </a:p>
        </p:txBody>
      </p:sp>
      <p:sp>
        <p:nvSpPr>
          <p:cNvPr id="14" name="Stat 3 card"/>
          <p:cNvSpPr/>
          <p:nvPr/>
        </p:nvSpPr>
        <p:spPr>
          <a:xfrm>
            <a:off x="4663440" y="1143000"/>
            <a:ext cx="1920240" cy="109728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at 3 value"/>
          <p:cNvSpPr txBox="1"/>
          <p:nvPr/>
        </p:nvSpPr>
        <p:spPr>
          <a:xfrm>
            <a:off x="4800600" y="1188720"/>
            <a:ext cx="1645920" cy="411480"/>
          </a:xfrm>
          <a:prstGeom prst="rect">
            <a:avLst/>
          </a:prstGeom>
          <a:noFill/>
        </p:spPr>
        <p:txBody>
          <a:bodyPr wrap="square" lIns="0" rIns="0" tIns="0" bIns="0" anchor="t">
            <a:spAutoFit/>
          </a:bodyPr>
          <a:lstStyle/>
          <a:p>
            <a:pPr algn="l">
              <a:spcAft>
                <a:spcPts val="0"/>
              </a:spcAft>
            </a:pPr>
            <a:r>
              <a:rPr sz="2600" b="1" i="0">
                <a:solidFill>
                  <a:schemeClr val="accent1"/>
                </a:solidFill>
              </a:rPr>
              <a:t>≈0.2 s</a:t>
            </a:r>
          </a:p>
        </p:txBody>
      </p:sp>
      <p:sp>
        <p:nvSpPr>
          <p:cNvPr id="16" name="Stat 3 label"/>
          <p:cNvSpPr txBox="1"/>
          <p:nvPr/>
        </p:nvSpPr>
        <p:spPr>
          <a:xfrm>
            <a:off x="4800600" y="1645920"/>
            <a:ext cx="1645920" cy="548640"/>
          </a:xfrm>
          <a:prstGeom prst="rect">
            <a:avLst/>
          </a:prstGeom>
          <a:noFill/>
        </p:spPr>
        <p:txBody>
          <a:bodyPr wrap="square" lIns="0" rIns="0" tIns="0" bIns="0" anchor="t">
            <a:spAutoFit/>
          </a:bodyPr>
          <a:lstStyle/>
          <a:p>
            <a:pPr algn="l">
              <a:spcAft>
                <a:spcPts val="0"/>
              </a:spcAft>
            </a:pPr>
            <a:r>
              <a:rPr sz="1050" b="0" i="0">
                <a:solidFill>
                  <a:srgbClr val="262626"/>
                </a:solidFill>
              </a:rPr>
              <a:t>to read a 60-page, 480 KB PDF (pdf.js)</a:t>
            </a:r>
          </a:p>
        </p:txBody>
      </p:sp>
      <p:sp>
        <p:nvSpPr>
          <p:cNvPr id="17" name="Stat 4 card"/>
          <p:cNvSpPr/>
          <p:nvPr/>
        </p:nvSpPr>
        <p:spPr>
          <a:xfrm>
            <a:off x="6766560" y="1143000"/>
            <a:ext cx="1920240" cy="1097280"/>
          </a:xfrm>
          <a:prstGeom prst="roundRect">
            <a:avLst>
              <a:gd name="adj" fmla="val 7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at 4 value"/>
          <p:cNvSpPr txBox="1"/>
          <p:nvPr/>
        </p:nvSpPr>
        <p:spPr>
          <a:xfrm>
            <a:off x="6903720" y="1188720"/>
            <a:ext cx="1645920" cy="411480"/>
          </a:xfrm>
          <a:prstGeom prst="rect">
            <a:avLst/>
          </a:prstGeom>
          <a:noFill/>
        </p:spPr>
        <p:txBody>
          <a:bodyPr wrap="square" lIns="0" rIns="0" tIns="0" bIns="0" anchor="t">
            <a:spAutoFit/>
          </a:bodyPr>
          <a:lstStyle/>
          <a:p>
            <a:pPr algn="l">
              <a:spcAft>
                <a:spcPts val="0"/>
              </a:spcAft>
            </a:pPr>
            <a:r>
              <a:rPr sz="2600" b="1" i="0">
                <a:solidFill>
                  <a:schemeClr val="accent1"/>
                </a:solidFill>
              </a:rPr>
              <a:t>0</a:t>
            </a:r>
          </a:p>
        </p:txBody>
      </p:sp>
      <p:sp>
        <p:nvSpPr>
          <p:cNvPr id="19" name="Stat 4 label"/>
          <p:cNvSpPr txBox="1"/>
          <p:nvPr/>
        </p:nvSpPr>
        <p:spPr>
          <a:xfrm>
            <a:off x="6903720" y="1645920"/>
            <a:ext cx="1645920" cy="548640"/>
          </a:xfrm>
          <a:prstGeom prst="rect">
            <a:avLst/>
          </a:prstGeom>
          <a:noFill/>
        </p:spPr>
        <p:txBody>
          <a:bodyPr wrap="square" lIns="0" rIns="0" tIns="0" bIns="0" anchor="t">
            <a:spAutoFit/>
          </a:bodyPr>
          <a:lstStyle/>
          <a:p>
            <a:pPr algn="l">
              <a:spcAft>
                <a:spcPts val="0"/>
              </a:spcAft>
            </a:pPr>
            <a:r>
              <a:rPr sz="1050" b="0" i="0">
                <a:solidFill>
                  <a:srgbClr val="262626"/>
                </a:solidFill>
              </a:rPr>
              <a:t>new servers to run: it all happens in the browser</a:t>
            </a:r>
          </a:p>
        </p:txBody>
      </p:sp>
      <p:sp>
        <p:nvSpPr>
          <p:cNvPr id="20" name="Chart title"/>
          <p:cNvSpPr txBox="1"/>
          <p:nvPr/>
        </p:nvSpPr>
        <p:spPr>
          <a:xfrm>
            <a:off x="457200" y="2359152"/>
            <a:ext cx="5120640" cy="228600"/>
          </a:xfrm>
          <a:prstGeom prst="rect">
            <a:avLst/>
          </a:prstGeom>
          <a:noFill/>
        </p:spPr>
        <p:txBody>
          <a:bodyPr wrap="square" lIns="0" rIns="0" tIns="0" bIns="0" anchor="t">
            <a:spAutoFit/>
          </a:bodyPr>
          <a:lstStyle/>
          <a:p>
            <a:pPr algn="l">
              <a:spcAft>
                <a:spcPts val="0"/>
              </a:spcAft>
            </a:pPr>
            <a:r>
              <a:rPr sz="1100" b="1" i="0">
                <a:solidFill>
                  <a:schemeClr val="accent1"/>
                </a:solidFill>
              </a:rPr>
              <a:t>Milliseconds by page size (characters)</a:t>
            </a:r>
          </a:p>
        </p:txBody>
      </p:sp>
      <p:graphicFrame>
        <p:nvGraphicFramePr>
          <p:cNvPr id="21" name="Latency chart"/>
          <p:cNvGraphicFramePr>
            <a:graphicFrameLocks noGrp="1"/>
          </p:cNvGraphicFramePr>
          <p:nvPr/>
        </p:nvGraphicFramePr>
        <p:xfrm>
          <a:off x="457200" y="2578608"/>
          <a:ext cx="5120640" cy="1627632"/>
        </p:xfrm>
        <a:graphic>
          <a:graphicData uri="http://schemas.openxmlformats.org/drawingml/2006/chart">
            <c:chart xmlns:c="http://schemas.openxmlformats.org/drawingml/2006/chart" r:id="rId2"/>
          </a:graphicData>
        </a:graphic>
      </p:graphicFrame>
      <p:sp>
        <p:nvSpPr>
          <p:cNvPr id="22" name="Limits card"/>
          <p:cNvSpPr/>
          <p:nvPr/>
        </p:nvSpPr>
        <p:spPr>
          <a:xfrm>
            <a:off x="5852160" y="2359152"/>
            <a:ext cx="2834640" cy="1828800"/>
          </a:xfrm>
          <a:prstGeom prst="roundRect">
            <a:avLst>
              <a:gd name="adj" fmla="val 6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imits title"/>
          <p:cNvSpPr txBox="1"/>
          <p:nvPr/>
        </p:nvSpPr>
        <p:spPr>
          <a:xfrm>
            <a:off x="6035040" y="2450592"/>
            <a:ext cx="2468880" cy="228600"/>
          </a:xfrm>
          <a:prstGeom prst="rect">
            <a:avLst/>
          </a:prstGeom>
          <a:noFill/>
        </p:spPr>
        <p:txBody>
          <a:bodyPr wrap="square" lIns="0" rIns="0" tIns="0" bIns="0" anchor="t">
            <a:spAutoFit/>
          </a:bodyPr>
          <a:lstStyle/>
          <a:p>
            <a:pPr algn="l">
              <a:spcAft>
                <a:spcPts val="0"/>
              </a:spcAft>
            </a:pPr>
            <a:r>
              <a:rPr sz="1250" b="1" i="0">
                <a:solidFill>
                  <a:schemeClr val="accent2"/>
                </a:solidFill>
              </a:rPr>
              <a:t>Built-in limits</a:t>
            </a:r>
          </a:p>
        </p:txBody>
      </p:sp>
      <p:sp>
        <p:nvSpPr>
          <p:cNvPr id="24" name="Limits list"/>
          <p:cNvSpPr txBox="1"/>
          <p:nvPr/>
        </p:nvSpPr>
        <p:spPr>
          <a:xfrm>
            <a:off x="6035040" y="2743200"/>
            <a:ext cx="2468880" cy="1417320"/>
          </a:xfrm>
          <a:prstGeom prst="rect">
            <a:avLst/>
          </a:prstGeom>
          <a:noFill/>
        </p:spPr>
        <p:txBody>
          <a:bodyPr wrap="square" lIns="0" rIns="0" tIns="0" bIns="0" anchor="t">
            <a:spAutoFit/>
          </a:bodyPr>
          <a:lstStyle/>
          <a:p>
            <a:pPr algn="l">
              <a:spcAft>
                <a:spcPts val="300"/>
              </a:spcAft>
            </a:pPr>
            <a:r>
              <a:rPr sz="1150" b="0" i="0">
                <a:solidFill>
                  <a:schemeClr val="bg1"/>
                </a:solidFill>
              </a:rPr>
              <a:t>5 tabs per message</a:t>
            </a:r>
          </a:p>
          <a:p>
            <a:pPr algn="l">
              <a:spcAft>
                <a:spcPts val="300"/>
              </a:spcAft>
            </a:pPr>
            <a:r>
              <a:rPr sz="1150" b="0" i="0">
                <a:solidFill>
                  <a:schemeClr val="bg1"/>
                </a:solidFill>
              </a:rPr>
              <a:t>3 linked pages per chat</a:t>
            </a:r>
          </a:p>
          <a:p>
            <a:pPr algn="l">
              <a:spcAft>
                <a:spcPts val="300"/>
              </a:spcAft>
            </a:pPr>
            <a:r>
              <a:rPr sz="1150" b="0" i="0">
                <a:solidFill>
                  <a:schemeClr val="bg1"/>
                </a:solidFill>
              </a:rPr>
              <a:t>5 tool rounds per reply</a:t>
            </a:r>
          </a:p>
          <a:p>
            <a:pPr algn="l">
              <a:spcAft>
                <a:spcPts val="300"/>
              </a:spcAft>
            </a:pPr>
            <a:r>
              <a:rPr sz="1150" b="0" i="0">
                <a:solidFill>
                  <a:schemeClr val="bg1"/>
                </a:solidFill>
              </a:rPr>
              <a:t>8,000-character tool results</a:t>
            </a:r>
          </a:p>
          <a:p>
            <a:pPr algn="l">
              <a:spcAft>
                <a:spcPts val="300"/>
              </a:spcAft>
            </a:pPr>
            <a:r>
              <a:rPr sz="1150" b="0" i="0">
                <a:solidFill>
                  <a:schemeClr val="bg1"/>
                </a:solidFill>
              </a:rPr>
              <a:t>500,000-character PDF cap</a:t>
            </a:r>
          </a:p>
        </p:txBody>
      </p:sp>
      <p:sp>
        <p:nvSpPr>
          <p:cNvPr id="25" name="Method note"/>
          <p:cNvSpPr txBox="1"/>
          <p:nvPr/>
        </p:nvSpPr>
        <p:spPr>
          <a:xfrm>
            <a:off x="457200" y="4224528"/>
            <a:ext cx="7132320" cy="274320"/>
          </a:xfrm>
          <a:prstGeom prst="rect">
            <a:avLst/>
          </a:prstGeom>
          <a:noFill/>
        </p:spPr>
        <p:txBody>
          <a:bodyPr wrap="square" lIns="0" rIns="0" tIns="0" bIns="0" anchor="t">
            <a:spAutoFit/>
          </a:bodyPr>
          <a:lstStyle/>
          <a:p>
            <a:pPr algn="l">
              <a:spcAft>
                <a:spcPts val="0"/>
              </a:spcAft>
            </a:pPr>
            <a:r>
              <a:rPr sz="900" b="0" i="0">
                <a:solidFill>
                  <a:srgbClr val="5C6068"/>
                </a:solidFill>
              </a:rPr>
              <a:t>Timed on the extension's own code (Node 22, headless Chromium, cloud sandbox), real prose, medians of 20–40 runs. Model latency depends on the gateway; see it live in the demo.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Why HiveMind beats the alternatives</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7</a:t>
            </a:fld>
            <a:endParaRPr lang="en-CA" dirty="0"/>
          </a:p>
        </p:txBody>
      </p:sp>
      <p:graphicFrame>
        <p:nvGraphicFramePr>
          <p:cNvPr id="8" name="Comparison table"/>
          <p:cNvGraphicFramePr>
            <a:graphicFrameLocks noGrp="1"/>
          </p:cNvGraphicFramePr>
          <p:nvPr/>
        </p:nvGraphicFramePr>
        <p:xfrm>
          <a:off x="457200" y="1143000"/>
          <a:ext cx="8229600" cy="2779776"/>
        </p:xfrm>
        <a:graphic>
          <a:graphicData uri="http://schemas.openxmlformats.org/drawingml/2006/table">
            <a:tbl>
              <a:tblPr firstRow="1">
                <a:tableStyleId>{5C22544A-7EE6-4342-B048-85BDC9FD1C3A}</a:tableStyleId>
              </a:tblPr>
              <a:tblGrid>
                <a:gridCol w="2468880"/>
                <a:gridCol w="2377440"/>
                <a:gridCol w="1691640"/>
                <a:gridCol w="1691640"/>
              </a:tblGrid>
              <a:tr h="365760">
                <a:tc>
                  <a:txBody>
                    <a:bodyPr/>
                    <a:lstStyle/>
                    <a:p>
                      <a:pPr algn="l"/>
                      <a:r>
                        <a:rPr sz="1200" b="1">
                          <a:solidFill>
                            <a:schemeClr val="bg1"/>
                          </a:solidFill>
                        </a:rPr>
                        <a:t>Task</a:t>
                      </a:r>
                    </a:p>
                  </a:txBody>
                  <a:tcPr marL="91440" marR="91440" marT="27432" marB="27432" anchor="ctr">
                    <a:lnL w="0">
                      <a:noFill/>
                    </a:lnL>
                    <a:lnR w="0">
                      <a:noFill/>
                    </a:lnR>
                    <a:lnT w="0">
                      <a:noFill/>
                    </a:lnT>
                    <a:lnB w="9525">
                      <a:solidFill>
                        <a:srgbClr val="D3D9DD"/>
                      </a:solidFill>
                    </a:lnB>
                    <a:solidFill>
                      <a:schemeClr val="accent1"/>
                    </a:solidFill>
                  </a:tcPr>
                </a:tc>
                <a:tc>
                  <a:txBody>
                    <a:bodyPr/>
                    <a:lstStyle/>
                    <a:p>
                      <a:pPr algn="l"/>
                      <a:r>
                        <a:rPr sz="1300" b="1">
                          <a:solidFill>
                            <a:schemeClr val="accent1"/>
                          </a:solidFill>
                        </a:rPr>
                        <a:t>HiveMind</a:t>
                      </a:r>
                    </a:p>
                  </a:txBody>
                  <a:tcPr marL="91440" marR="91440" marT="27432" marB="27432" anchor="ctr">
                    <a:lnL w="0">
                      <a:noFill/>
                    </a:lnL>
                    <a:lnR w="0">
                      <a:noFill/>
                    </a:lnR>
                    <a:lnT w="0">
                      <a:noFill/>
                    </a:lnT>
                    <a:lnB w="9525">
                      <a:solidFill>
                        <a:srgbClr val="D3D9DD"/>
                      </a:solidFill>
                    </a:lnB>
                    <a:solidFill>
                      <a:schemeClr val="accent2"/>
                    </a:solidFill>
                  </a:tcPr>
                </a:tc>
                <a:tc>
                  <a:txBody>
                    <a:bodyPr/>
                    <a:lstStyle/>
                    <a:p>
                      <a:pPr algn="l"/>
                      <a:r>
                        <a:rPr sz="1200" b="1">
                          <a:solidFill>
                            <a:schemeClr val="bg1"/>
                          </a:solidFill>
                        </a:rPr>
                        <a:t>RBCAssist</a:t>
                      </a:r>
                    </a:p>
                  </a:txBody>
                  <a:tcPr marL="91440" marR="91440" marT="27432" marB="27432" anchor="ctr">
                    <a:lnL w="0">
                      <a:noFill/>
                    </a:lnL>
                    <a:lnR w="0">
                      <a:noFill/>
                    </a:lnR>
                    <a:lnT w="0">
                      <a:noFill/>
                    </a:lnT>
                    <a:lnB w="9525">
                      <a:solidFill>
                        <a:srgbClr val="D3D9DD"/>
                      </a:solidFill>
                    </a:lnB>
                    <a:solidFill>
                      <a:schemeClr val="accent1"/>
                    </a:solidFill>
                  </a:tcPr>
                </a:tc>
                <a:tc>
                  <a:txBody>
                    <a:bodyPr/>
                    <a:lstStyle/>
                    <a:p>
                      <a:pPr algn="l"/>
                      <a:r>
                        <a:rPr sz="1200" b="1">
                          <a:solidFill>
                            <a:schemeClr val="bg1"/>
                          </a:solidFill>
                        </a:rPr>
                        <a:t>Enterprise Search</a:t>
                      </a:r>
                    </a:p>
                  </a:txBody>
                  <a:tcPr marL="91440" marR="91440" marT="27432" marB="27432" anchor="ctr">
                    <a:lnL w="0">
                      <a:noFill/>
                    </a:lnL>
                    <a:lnR w="0">
                      <a:noFill/>
                    </a:lnR>
                    <a:lnT w="0">
                      <a:noFill/>
                    </a:lnT>
                    <a:lnB w="9525">
                      <a:solidFill>
                        <a:srgbClr val="D3D9DD"/>
                      </a:solidFill>
                    </a:lnB>
                    <a:solidFill>
                      <a:schemeClr val="accent1"/>
                    </a:solidFill>
                  </a:tcPr>
                </a:tc>
              </a:tr>
              <a:tr h="402336">
                <a:tc>
                  <a:txBody>
                    <a:bodyPr/>
                    <a:lstStyle/>
                    <a:p>
                      <a:pPr algn="l"/>
                      <a:r>
                        <a:rPr sz="1150" b="1">
                          <a:solidFill>
                            <a:schemeClr val="accent1"/>
                          </a:solidFill>
                        </a:rPr>
                        <a:t>Answer from the page you're on</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50" b="1">
                          <a:solidFill>
                            <a:schemeClr val="accent1"/>
                          </a:solidFill>
                        </a:rPr>
                        <a:t>One toggle, no copy-paste</a:t>
                      </a:r>
                    </a:p>
                  </a:txBody>
                  <a:tcPr marL="91440" marR="91440" marT="27432" marB="27432" anchor="ctr">
                    <a:lnL w="0">
                      <a:noFill/>
                    </a:lnL>
                    <a:lnR w="0">
                      <a:noFill/>
                    </a:lnR>
                    <a:lnT w="0">
                      <a:noFill/>
                    </a:lnT>
                    <a:lnB w="9525">
                      <a:solidFill>
                        <a:srgbClr val="D3D9DD"/>
                      </a:solidFill>
                    </a:lnB>
                    <a:solidFill>
                      <a:srgbClr val="FFF4D1"/>
                    </a:solidFill>
                  </a:tcPr>
                </a:tc>
                <a:tc>
                  <a:txBody>
                    <a:bodyPr/>
                    <a:lstStyle/>
                    <a:p>
                      <a:pPr algn="l"/>
                      <a:r>
                        <a:rPr sz="1100" b="0">
                          <a:solidFill>
                            <a:srgbClr val="5C6068"/>
                          </a:solidFill>
                        </a:rPr>
                        <a:t>Copy and paste first</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00" b="0">
                          <a:solidFill>
                            <a:srgbClr val="5C6068"/>
                          </a:solidFill>
                        </a:rPr>
                        <a:t>Can't read your open page</a:t>
                      </a:r>
                    </a:p>
                  </a:txBody>
                  <a:tcPr marL="91440" marR="91440" marT="27432" marB="27432" anchor="ctr">
                    <a:lnL w="0">
                      <a:noFill/>
                    </a:lnL>
                    <a:lnR w="0">
                      <a:noFill/>
                    </a:lnR>
                    <a:lnT w="0">
                      <a:noFill/>
                    </a:lnT>
                    <a:lnB w="9525">
                      <a:solidFill>
                        <a:srgbClr val="D3D9DD"/>
                      </a:solidFill>
                    </a:lnB>
                    <a:solidFill>
                      <a:schemeClr val="bg1"/>
                    </a:solidFill>
                  </a:tcPr>
                </a:tc>
              </a:tr>
              <a:tr h="402336">
                <a:tc>
                  <a:txBody>
                    <a:bodyPr/>
                    <a:lstStyle/>
                    <a:p>
                      <a:pPr algn="l"/>
                      <a:r>
                        <a:rPr sz="1150" b="1">
                          <a:solidFill>
                            <a:schemeClr val="accent1"/>
                          </a:solidFill>
                        </a:rPr>
                        <a:t>Compare several open tabs</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50" b="1">
                          <a:solidFill>
                            <a:schemeClr val="accent1"/>
                          </a:solidFill>
                        </a:rPr>
                        <a:t>@-mention up to 5 tabs</a:t>
                      </a:r>
                    </a:p>
                  </a:txBody>
                  <a:tcPr marL="91440" marR="91440" marT="27432" marB="27432" anchor="ctr">
                    <a:lnL w="0">
                      <a:noFill/>
                    </a:lnL>
                    <a:lnR w="0">
                      <a:noFill/>
                    </a:lnR>
                    <a:lnT w="0">
                      <a:noFill/>
                    </a:lnT>
                    <a:lnB w="9525">
                      <a:solidFill>
                        <a:srgbClr val="D3D9DD"/>
                      </a:solidFill>
                    </a:lnB>
                    <a:solidFill>
                      <a:srgbClr val="FFF4D1"/>
                    </a:solidFill>
                  </a:tcPr>
                </a:tc>
                <a:tc>
                  <a:txBody>
                    <a:bodyPr/>
                    <a:lstStyle/>
                    <a:p>
                      <a:pPr algn="l"/>
                      <a:r>
                        <a:rPr sz="1100" b="0">
                          <a:solidFill>
                            <a:srgbClr val="5C6068"/>
                          </a:solidFill>
                        </a:rPr>
                        <a:t>Paste each one</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00" b="0">
                          <a:solidFill>
                            <a:srgbClr val="5C6068"/>
                          </a:solidFill>
                        </a:rPr>
                        <a:t>Not possible</a:t>
                      </a:r>
                    </a:p>
                  </a:txBody>
                  <a:tcPr marL="91440" marR="91440" marT="27432" marB="27432" anchor="ctr">
                    <a:lnL w="0">
                      <a:noFill/>
                    </a:lnL>
                    <a:lnR w="0">
                      <a:noFill/>
                    </a:lnR>
                    <a:lnT w="0">
                      <a:noFill/>
                    </a:lnT>
                    <a:lnB w="9525">
                      <a:solidFill>
                        <a:srgbClr val="D3D9DD"/>
                      </a:solidFill>
                    </a:lnB>
                    <a:solidFill>
                      <a:schemeClr val="bg1"/>
                    </a:solidFill>
                  </a:tcPr>
                </a:tc>
              </a:tr>
              <a:tr h="402336">
                <a:tc>
                  <a:txBody>
                    <a:bodyPr/>
                    <a:lstStyle/>
                    <a:p>
                      <a:pPr algn="l"/>
                      <a:r>
                        <a:rPr sz="1150" b="1">
                          <a:solidFill>
                            <a:schemeClr val="accent1"/>
                          </a:solidFill>
                        </a:rPr>
                        <a:t>Prove an answer in one click</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50" b="1">
                          <a:solidFill>
                            <a:schemeClr val="accent1"/>
                          </a:solidFill>
                        </a:rPr>
                        <a:t>Jumps to and highlights the source line</a:t>
                      </a:r>
                    </a:p>
                  </a:txBody>
                  <a:tcPr marL="91440" marR="91440" marT="27432" marB="27432" anchor="ctr">
                    <a:lnL w="0">
                      <a:noFill/>
                    </a:lnL>
                    <a:lnR w="0">
                      <a:noFill/>
                    </a:lnR>
                    <a:lnT w="0">
                      <a:noFill/>
                    </a:lnT>
                    <a:lnB w="9525">
                      <a:solidFill>
                        <a:srgbClr val="D3D9DD"/>
                      </a:solidFill>
                    </a:lnB>
                    <a:solidFill>
                      <a:srgbClr val="FFF4D1"/>
                    </a:solidFill>
                  </a:tcPr>
                </a:tc>
                <a:tc>
                  <a:txBody>
                    <a:bodyPr/>
                    <a:lstStyle/>
                    <a:p>
                      <a:pPr algn="l"/>
                      <a:r>
                        <a:rPr sz="1100" b="0">
                          <a:solidFill>
                            <a:srgbClr val="5C6068"/>
                          </a:solidFill>
                        </a:rPr>
                        <a:t>Can't point into your page</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00" b="0">
                          <a:solidFill>
                            <a:srgbClr val="5C6068"/>
                          </a:solidFill>
                        </a:rPr>
                        <a:t>Snippet in a result list</a:t>
                      </a:r>
                    </a:p>
                  </a:txBody>
                  <a:tcPr marL="91440" marR="91440" marT="27432" marB="27432" anchor="ctr">
                    <a:lnL w="0">
                      <a:noFill/>
                    </a:lnL>
                    <a:lnR w="0">
                      <a:noFill/>
                    </a:lnR>
                    <a:lnT w="0">
                      <a:noFill/>
                    </a:lnT>
                    <a:lnB w="9525">
                      <a:solidFill>
                        <a:srgbClr val="D3D9DD"/>
                      </a:solidFill>
                    </a:lnB>
                    <a:solidFill>
                      <a:schemeClr val="bg1"/>
                    </a:solidFill>
                  </a:tcPr>
                </a:tc>
              </a:tr>
              <a:tr h="402336">
                <a:tc>
                  <a:txBody>
                    <a:bodyPr/>
                    <a:lstStyle/>
                    <a:p>
                      <a:pPr algn="l"/>
                      <a:r>
                        <a:rPr sz="1150" b="1">
                          <a:solidFill>
                            <a:schemeClr val="accent1"/>
                          </a:solidFill>
                        </a:rPr>
                        <a:t>Use pages behind your sign-in</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50" b="1">
                          <a:solidFill>
                            <a:schemeClr val="accent1"/>
                          </a:solidFill>
                        </a:rPr>
                        <a:t>Reads with your own session</a:t>
                      </a:r>
                    </a:p>
                  </a:txBody>
                  <a:tcPr marL="91440" marR="91440" marT="27432" marB="27432" anchor="ctr">
                    <a:lnL w="0">
                      <a:noFill/>
                    </a:lnL>
                    <a:lnR w="0">
                      <a:noFill/>
                    </a:lnR>
                    <a:lnT w="0">
                      <a:noFill/>
                    </a:lnT>
                    <a:lnB w="9525">
                      <a:solidFill>
                        <a:srgbClr val="D3D9DD"/>
                      </a:solidFill>
                    </a:lnB>
                    <a:solidFill>
                      <a:srgbClr val="FFF4D1"/>
                    </a:solidFill>
                  </a:tcPr>
                </a:tc>
                <a:tc>
                  <a:txBody>
                    <a:bodyPr/>
                    <a:lstStyle/>
                    <a:p>
                      <a:pPr algn="l"/>
                      <a:r>
                        <a:rPr sz="1100" b="0">
                          <a:solidFill>
                            <a:srgbClr val="5C6068"/>
                          </a:solidFill>
                        </a:rPr>
                        <a:t>Only what you paste</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00" b="0">
                          <a:solidFill>
                            <a:srgbClr val="5C6068"/>
                          </a:solidFill>
                        </a:rPr>
                        <a:t>Only what's indexed</a:t>
                      </a:r>
                    </a:p>
                  </a:txBody>
                  <a:tcPr marL="91440" marR="91440" marT="27432" marB="27432" anchor="ctr">
                    <a:lnL w="0">
                      <a:noFill/>
                    </a:lnL>
                    <a:lnR w="0">
                      <a:noFill/>
                    </a:lnR>
                    <a:lnT w="0">
                      <a:noFill/>
                    </a:lnT>
                    <a:lnB w="9525">
                      <a:solidFill>
                        <a:srgbClr val="D3D9DD"/>
                      </a:solidFill>
                    </a:lnB>
                    <a:solidFill>
                      <a:schemeClr val="bg1"/>
                    </a:solidFill>
                  </a:tcPr>
                </a:tc>
              </a:tr>
              <a:tr h="402336">
                <a:tc>
                  <a:txBody>
                    <a:bodyPr/>
                    <a:lstStyle/>
                    <a:p>
                      <a:pPr algn="l"/>
                      <a:r>
                        <a:rPr sz="1150" b="1">
                          <a:solidFill>
                            <a:schemeClr val="accent1"/>
                          </a:solidFill>
                        </a:rPr>
                        <a:t>Fix tone where you type</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50" b="1">
                          <a:solidFill>
                            <a:schemeClr val="accent1"/>
                          </a:solidFill>
                        </a:rPr>
                        <a:t>Inline button in any text box</a:t>
                      </a:r>
                    </a:p>
                  </a:txBody>
                  <a:tcPr marL="91440" marR="91440" marT="27432" marB="27432" anchor="ctr">
                    <a:lnL w="0">
                      <a:noFill/>
                    </a:lnL>
                    <a:lnR w="0">
                      <a:noFill/>
                    </a:lnR>
                    <a:lnT w="0">
                      <a:noFill/>
                    </a:lnT>
                    <a:lnB w="9525">
                      <a:solidFill>
                        <a:srgbClr val="D3D9DD"/>
                      </a:solidFill>
                    </a:lnB>
                    <a:solidFill>
                      <a:srgbClr val="FFF4D1"/>
                    </a:solidFill>
                  </a:tcPr>
                </a:tc>
                <a:tc>
                  <a:txBody>
                    <a:bodyPr/>
                    <a:lstStyle/>
                    <a:p>
                      <a:pPr algn="l"/>
                      <a:r>
                        <a:rPr sz="1100" b="0">
                          <a:solidFill>
                            <a:srgbClr val="5C6068"/>
                          </a:solidFill>
                        </a:rPr>
                        <a:t>Copy out, paste back</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00" b="0">
                          <a:solidFill>
                            <a:srgbClr val="5C6068"/>
                          </a:solidFill>
                        </a:rPr>
                        <a:t>Not possible</a:t>
                      </a:r>
                    </a:p>
                  </a:txBody>
                  <a:tcPr marL="91440" marR="91440" marT="27432" marB="27432" anchor="ctr">
                    <a:lnL w="0">
                      <a:noFill/>
                    </a:lnL>
                    <a:lnR w="0">
                      <a:noFill/>
                    </a:lnR>
                    <a:lnT w="0">
                      <a:noFill/>
                    </a:lnT>
                    <a:lnB w="9525">
                      <a:solidFill>
                        <a:srgbClr val="D3D9DD"/>
                      </a:solidFill>
                    </a:lnB>
                    <a:solidFill>
                      <a:schemeClr val="bg1"/>
                    </a:solidFill>
                  </a:tcPr>
                </a:tc>
              </a:tr>
              <a:tr h="402336">
                <a:tc>
                  <a:txBody>
                    <a:bodyPr/>
                    <a:lstStyle/>
                    <a:p>
                      <a:pPr algn="l"/>
                      <a:r>
                        <a:rPr sz="1150" b="1">
                          <a:solidFill>
                            <a:schemeClr val="accent1"/>
                          </a:solidFill>
                        </a:rPr>
                        <a:t>Explain or translate a selection</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50" b="1">
                          <a:solidFill>
                            <a:schemeClr val="accent1"/>
                          </a:solidFill>
                        </a:rPr>
                        <a:t>Right-click on any page</a:t>
                      </a:r>
                    </a:p>
                  </a:txBody>
                  <a:tcPr marL="91440" marR="91440" marT="27432" marB="27432" anchor="ctr">
                    <a:lnL w="0">
                      <a:noFill/>
                    </a:lnL>
                    <a:lnR w="0">
                      <a:noFill/>
                    </a:lnR>
                    <a:lnT w="0">
                      <a:noFill/>
                    </a:lnT>
                    <a:lnB w="9525">
                      <a:solidFill>
                        <a:srgbClr val="D3D9DD"/>
                      </a:solidFill>
                    </a:lnB>
                    <a:solidFill>
                      <a:srgbClr val="FFF4D1"/>
                    </a:solidFill>
                  </a:tcPr>
                </a:tc>
                <a:tc>
                  <a:txBody>
                    <a:bodyPr/>
                    <a:lstStyle/>
                    <a:p>
                      <a:pPr algn="l"/>
                      <a:r>
                        <a:rPr sz="1100" b="0">
                          <a:solidFill>
                            <a:srgbClr val="5C6068"/>
                          </a:solidFill>
                        </a:rPr>
                        <a:t>Copy into the chat</a:t>
                      </a:r>
                    </a:p>
                  </a:txBody>
                  <a:tcPr marL="91440" marR="91440" marT="27432" marB="27432" anchor="ctr">
                    <a:lnL w="0">
                      <a:noFill/>
                    </a:lnL>
                    <a:lnR w="0">
                      <a:noFill/>
                    </a:lnR>
                    <a:lnT w="0">
                      <a:noFill/>
                    </a:lnT>
                    <a:lnB w="9525">
                      <a:solidFill>
                        <a:srgbClr val="D3D9DD"/>
                      </a:solidFill>
                    </a:lnB>
                    <a:solidFill>
                      <a:schemeClr val="bg1"/>
                    </a:solidFill>
                  </a:tcPr>
                </a:tc>
                <a:tc>
                  <a:txBody>
                    <a:bodyPr/>
                    <a:lstStyle/>
                    <a:p>
                      <a:pPr algn="l"/>
                      <a:r>
                        <a:rPr sz="1100" b="0">
                          <a:solidFill>
                            <a:srgbClr val="5C6068"/>
                          </a:solidFill>
                        </a:rPr>
                        <a:t>Not possible</a:t>
                      </a:r>
                    </a:p>
                  </a:txBody>
                  <a:tcPr marL="91440" marR="91440" marT="27432" marB="27432" anchor="ctr">
                    <a:lnL w="0">
                      <a:noFill/>
                    </a:lnL>
                    <a:lnR w="0">
                      <a:noFill/>
                    </a:lnR>
                    <a:lnT w="0">
                      <a:noFill/>
                    </a:lnT>
                    <a:lnB w="9525">
                      <a:solidFill>
                        <a:srgbClr val="D3D9DD"/>
                      </a:solidFill>
                    </a:lnB>
                    <a:solidFill>
                      <a:schemeClr val="bg1"/>
                    </a:solidFill>
                  </a:tcPr>
                </a:tc>
              </a:tr>
            </a:tbl>
          </a:graphicData>
        </a:graphic>
      </p:graphicFrame>
      <p:sp>
        <p:nvSpPr>
          <p:cNvPr id="9" name="Comparison note"/>
          <p:cNvSpPr txBox="1"/>
          <p:nvPr/>
        </p:nvSpPr>
        <p:spPr>
          <a:xfrm>
            <a:off x="457200" y="4069080"/>
            <a:ext cx="7315200" cy="365760"/>
          </a:xfrm>
          <a:prstGeom prst="rect">
            <a:avLst/>
          </a:prstGeom>
          <a:noFill/>
        </p:spPr>
        <p:txBody>
          <a:bodyPr wrap="square" lIns="0" rIns="0" tIns="0" bIns="0" anchor="t">
            <a:spAutoFit/>
          </a:bodyPr>
          <a:lstStyle/>
          <a:p>
            <a:pPr algn="l">
              <a:spcAft>
                <a:spcPts val="0"/>
              </a:spcAft>
            </a:pPr>
            <a:r>
              <a:rPr sz="900" b="0" i="0">
                <a:solidFill>
                  <a:srgbClr val="5C6068"/>
                </a:solidFill>
              </a:rPr>
              <a:t>HiveMind runs on the RBCAssist gateway, so it extends RBCAssist rather than replacing it. RBCAssist and Enterprise Search columns describe a standalone chat window and index-based search.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Security and compliance by design</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14</a:t>
            </a:fld>
            <a:endParaRPr lang="en-CA" dirty="0"/>
          </a:p>
        </p:txBody>
      </p:sp>
      <p:sp>
        <p:nvSpPr>
          <p:cNvPr id="8" name="Security 1 card"/>
          <p:cNvSpPr/>
          <p:nvPr/>
        </p:nvSpPr>
        <p:spPr>
          <a:xfrm>
            <a:off x="457200" y="1143000"/>
            <a:ext cx="2624328" cy="12161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You control the context badge"/>
          <p:cNvSpPr/>
          <p:nvPr/>
        </p:nvSpPr>
        <p:spPr>
          <a:xfrm>
            <a:off x="594360" y="1261872"/>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You control the context icon" descr="You control the context"/>
          <p:cNvPicPr>
            <a:picLocks noChangeAspect="1"/>
          </p:cNvPicPr>
          <p:nvPr/>
        </p:nvPicPr>
        <p:blipFill>
          <a:blip r:embed="rId2"/>
          <a:stretch>
            <a:fillRect/>
          </a:stretch>
        </p:blipFill>
        <p:spPr>
          <a:xfrm>
            <a:off x="703722" y="1371234"/>
            <a:ext cx="201899" cy="201899"/>
          </a:xfrm>
          <a:prstGeom prst="rect">
            <a:avLst/>
          </a:prstGeom>
        </p:spPr>
      </p:pic>
      <p:sp>
        <p:nvSpPr>
          <p:cNvPr id="11" name="Security 1 title"/>
          <p:cNvSpPr txBox="1"/>
          <p:nvPr/>
        </p:nvSpPr>
        <p:spPr>
          <a:xfrm>
            <a:off x="1115568" y="1261872"/>
            <a:ext cx="1847088" cy="420624"/>
          </a:xfrm>
          <a:prstGeom prst="rect">
            <a:avLst/>
          </a:prstGeom>
          <a:noFill/>
        </p:spPr>
        <p:txBody>
          <a:bodyPr wrap="square" lIns="0" rIns="0" tIns="0" bIns="0" anchor="ctr">
            <a:spAutoFit/>
          </a:bodyPr>
          <a:lstStyle/>
          <a:p>
            <a:pPr algn="l">
              <a:spcAft>
                <a:spcPts val="0"/>
              </a:spcAft>
            </a:pPr>
            <a:r>
              <a:rPr sz="1250" b="1" i="0">
                <a:solidFill>
                  <a:schemeClr val="accent1"/>
                </a:solidFill>
              </a:rPr>
              <a:t>You control the context</a:t>
            </a:r>
          </a:p>
        </p:txBody>
      </p:sp>
      <p:sp>
        <p:nvSpPr>
          <p:cNvPr id="12" name="Security 1 text"/>
          <p:cNvSpPr txBox="1"/>
          <p:nvPr/>
        </p:nvSpPr>
        <p:spPr>
          <a:xfrm>
            <a:off x="594360" y="1764792"/>
            <a:ext cx="2350008" cy="566928"/>
          </a:xfrm>
          <a:prstGeom prst="rect">
            <a:avLst/>
          </a:prstGeom>
          <a:noFill/>
        </p:spPr>
        <p:txBody>
          <a:bodyPr wrap="square" lIns="0" rIns="0" tIns="0" bIns="0" anchor="t">
            <a:spAutoFit/>
          </a:bodyPr>
          <a:lstStyle/>
          <a:p>
            <a:pPr algn="l">
              <a:spcAft>
                <a:spcPts val="0"/>
              </a:spcAft>
            </a:pPr>
            <a:r>
              <a:rPr sz="1050" b="0" i="0">
                <a:solidFill>
                  <a:srgbClr val="262626"/>
                </a:solidFill>
              </a:rPr>
              <a:t>Only what you add is sent: this page, @tabs, files, links. A blocked-URL list keeps sites out of pickers and history.</a:t>
            </a:r>
          </a:p>
        </p:txBody>
      </p:sp>
      <p:sp>
        <p:nvSpPr>
          <p:cNvPr id="13" name="Security 2 card"/>
          <p:cNvSpPr/>
          <p:nvPr/>
        </p:nvSpPr>
        <p:spPr>
          <a:xfrm>
            <a:off x="3259836" y="1143000"/>
            <a:ext cx="2624328" cy="12161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ermissions on demand badge"/>
          <p:cNvSpPr/>
          <p:nvPr/>
        </p:nvSpPr>
        <p:spPr>
          <a:xfrm>
            <a:off x="3396996" y="1261872"/>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ermissions on demand icon" descr="Permissions on demand"/>
          <p:cNvPicPr>
            <a:picLocks noChangeAspect="1"/>
          </p:cNvPicPr>
          <p:nvPr/>
        </p:nvPicPr>
        <p:blipFill>
          <a:blip r:embed="rId3"/>
          <a:stretch>
            <a:fillRect/>
          </a:stretch>
        </p:blipFill>
        <p:spPr>
          <a:xfrm>
            <a:off x="3506358" y="1371234"/>
            <a:ext cx="201899" cy="201899"/>
          </a:xfrm>
          <a:prstGeom prst="rect">
            <a:avLst/>
          </a:prstGeom>
        </p:spPr>
      </p:pic>
      <p:sp>
        <p:nvSpPr>
          <p:cNvPr id="16" name="Security 2 title"/>
          <p:cNvSpPr txBox="1"/>
          <p:nvPr/>
        </p:nvSpPr>
        <p:spPr>
          <a:xfrm>
            <a:off x="3918204" y="1261872"/>
            <a:ext cx="1847088" cy="420624"/>
          </a:xfrm>
          <a:prstGeom prst="rect">
            <a:avLst/>
          </a:prstGeom>
          <a:noFill/>
        </p:spPr>
        <p:txBody>
          <a:bodyPr wrap="square" lIns="0" rIns="0" tIns="0" bIns="0" anchor="ctr">
            <a:spAutoFit/>
          </a:bodyPr>
          <a:lstStyle/>
          <a:p>
            <a:pPr algn="l">
              <a:spcAft>
                <a:spcPts val="0"/>
              </a:spcAft>
            </a:pPr>
            <a:r>
              <a:rPr sz="1250" b="1" i="0">
                <a:solidFill>
                  <a:schemeClr val="accent1"/>
                </a:solidFill>
              </a:rPr>
              <a:t>Permissions on demand</a:t>
            </a:r>
          </a:p>
        </p:txBody>
      </p:sp>
      <p:sp>
        <p:nvSpPr>
          <p:cNvPr id="17" name="Security 2 text"/>
          <p:cNvSpPr txBox="1"/>
          <p:nvPr/>
        </p:nvSpPr>
        <p:spPr>
          <a:xfrm>
            <a:off x="3396996" y="1764792"/>
            <a:ext cx="2350008" cy="566928"/>
          </a:xfrm>
          <a:prstGeom prst="rect">
            <a:avLst/>
          </a:prstGeom>
          <a:noFill/>
        </p:spPr>
        <p:txBody>
          <a:bodyPr wrap="square" lIns="0" rIns="0" tIns="0" bIns="0" anchor="t">
            <a:spAutoFit/>
          </a:bodyPr>
          <a:lstStyle/>
          <a:p>
            <a:pPr algn="l">
              <a:spcAft>
                <a:spcPts val="0"/>
              </a:spcAft>
            </a:pPr>
            <a:r>
              <a:rPr sz="1050" b="0" i="0">
                <a:solidFill>
                  <a:srgbClr val="262626"/>
                </a:solidFill>
              </a:rPr>
              <a:t>Site, tab and history access is requested at the moment of use, never at install.</a:t>
            </a:r>
          </a:p>
        </p:txBody>
      </p:sp>
      <p:sp>
        <p:nvSpPr>
          <p:cNvPr id="18" name="Security 3 card"/>
          <p:cNvSpPr/>
          <p:nvPr/>
        </p:nvSpPr>
        <p:spPr>
          <a:xfrm>
            <a:off x="6062472" y="1143000"/>
            <a:ext cx="2624328" cy="12161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pproval before action badge"/>
          <p:cNvSpPr/>
          <p:nvPr/>
        </p:nvSpPr>
        <p:spPr>
          <a:xfrm>
            <a:off x="6199632" y="1261872"/>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Approval before action icon" descr="Approval before action"/>
          <p:cNvPicPr>
            <a:picLocks noChangeAspect="1"/>
          </p:cNvPicPr>
          <p:nvPr/>
        </p:nvPicPr>
        <p:blipFill>
          <a:blip r:embed="rId4"/>
          <a:stretch>
            <a:fillRect/>
          </a:stretch>
        </p:blipFill>
        <p:spPr>
          <a:xfrm>
            <a:off x="6308994" y="1371234"/>
            <a:ext cx="201899" cy="201899"/>
          </a:xfrm>
          <a:prstGeom prst="rect">
            <a:avLst/>
          </a:prstGeom>
        </p:spPr>
      </p:pic>
      <p:sp>
        <p:nvSpPr>
          <p:cNvPr id="21" name="Security 3 title"/>
          <p:cNvSpPr txBox="1"/>
          <p:nvPr/>
        </p:nvSpPr>
        <p:spPr>
          <a:xfrm>
            <a:off x="6720840" y="1261872"/>
            <a:ext cx="1847088" cy="420624"/>
          </a:xfrm>
          <a:prstGeom prst="rect">
            <a:avLst/>
          </a:prstGeom>
          <a:noFill/>
        </p:spPr>
        <p:txBody>
          <a:bodyPr wrap="square" lIns="0" rIns="0" tIns="0" bIns="0" anchor="ctr">
            <a:spAutoFit/>
          </a:bodyPr>
          <a:lstStyle/>
          <a:p>
            <a:pPr algn="l">
              <a:spcAft>
                <a:spcPts val="0"/>
              </a:spcAft>
            </a:pPr>
            <a:r>
              <a:rPr sz="1250" b="1" i="0">
                <a:solidFill>
                  <a:schemeClr val="accent1"/>
                </a:solidFill>
              </a:rPr>
              <a:t>Approval before action</a:t>
            </a:r>
          </a:p>
        </p:txBody>
      </p:sp>
      <p:sp>
        <p:nvSpPr>
          <p:cNvPr id="22" name="Security 3 text"/>
          <p:cNvSpPr txBox="1"/>
          <p:nvPr/>
        </p:nvSpPr>
        <p:spPr>
          <a:xfrm>
            <a:off x="6199632" y="1764792"/>
            <a:ext cx="2350008" cy="566928"/>
          </a:xfrm>
          <a:prstGeom prst="rect">
            <a:avLst/>
          </a:prstGeom>
          <a:noFill/>
        </p:spPr>
        <p:txBody>
          <a:bodyPr wrap="square" lIns="0" rIns="0" tIns="0" bIns="0" anchor="t">
            <a:spAutoFit/>
          </a:bodyPr>
          <a:lstStyle/>
          <a:p>
            <a:pPr algn="l">
              <a:spcAft>
                <a:spcPts val="0"/>
              </a:spcAft>
            </a:pPr>
            <a:r>
              <a:rPr sz="1050" b="0" i="0">
                <a:solidFill>
                  <a:srgbClr val="262626"/>
                </a:solidFill>
              </a:rPr>
              <a:t>Read-only tools run; anything that changes data shows its exact details and waits for Allow.</a:t>
            </a:r>
          </a:p>
        </p:txBody>
      </p:sp>
      <p:sp>
        <p:nvSpPr>
          <p:cNvPr id="23" name="Security 4 card"/>
          <p:cNvSpPr/>
          <p:nvPr/>
        </p:nvSpPr>
        <p:spPr>
          <a:xfrm>
            <a:off x="457200" y="2468880"/>
            <a:ext cx="2624328" cy="12161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uilt against injection badge"/>
          <p:cNvSpPr/>
          <p:nvPr/>
        </p:nvSpPr>
        <p:spPr>
          <a:xfrm>
            <a:off x="594360" y="2587752"/>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Built against injection icon" descr="Built against injection"/>
          <p:cNvPicPr>
            <a:picLocks noChangeAspect="1"/>
          </p:cNvPicPr>
          <p:nvPr/>
        </p:nvPicPr>
        <p:blipFill>
          <a:blip r:embed="rId5"/>
          <a:stretch>
            <a:fillRect/>
          </a:stretch>
        </p:blipFill>
        <p:spPr>
          <a:xfrm>
            <a:off x="703722" y="2697114"/>
            <a:ext cx="201899" cy="201899"/>
          </a:xfrm>
          <a:prstGeom prst="rect">
            <a:avLst/>
          </a:prstGeom>
        </p:spPr>
      </p:pic>
      <p:sp>
        <p:nvSpPr>
          <p:cNvPr id="26" name="Security 4 title"/>
          <p:cNvSpPr txBox="1"/>
          <p:nvPr/>
        </p:nvSpPr>
        <p:spPr>
          <a:xfrm>
            <a:off x="1115568" y="2587752"/>
            <a:ext cx="1847088" cy="420624"/>
          </a:xfrm>
          <a:prstGeom prst="rect">
            <a:avLst/>
          </a:prstGeom>
          <a:noFill/>
        </p:spPr>
        <p:txBody>
          <a:bodyPr wrap="square" lIns="0" rIns="0" tIns="0" bIns="0" anchor="ctr">
            <a:spAutoFit/>
          </a:bodyPr>
          <a:lstStyle/>
          <a:p>
            <a:pPr algn="l">
              <a:spcAft>
                <a:spcPts val="0"/>
              </a:spcAft>
            </a:pPr>
            <a:r>
              <a:rPr sz="1250" b="1" i="0">
                <a:solidFill>
                  <a:schemeClr val="accent1"/>
                </a:solidFill>
              </a:rPr>
              <a:t>Built against injection</a:t>
            </a:r>
          </a:p>
        </p:txBody>
      </p:sp>
      <p:sp>
        <p:nvSpPr>
          <p:cNvPr id="27" name="Security 4 text"/>
          <p:cNvSpPr txBox="1"/>
          <p:nvPr/>
        </p:nvSpPr>
        <p:spPr>
          <a:xfrm>
            <a:off x="594360" y="3090672"/>
            <a:ext cx="2350008" cy="566928"/>
          </a:xfrm>
          <a:prstGeom prst="rect">
            <a:avLst/>
          </a:prstGeom>
          <a:noFill/>
        </p:spPr>
        <p:txBody>
          <a:bodyPr wrap="square" lIns="0" rIns="0" tIns="0" bIns="0" anchor="t">
            <a:spAutoFit/>
          </a:bodyPr>
          <a:lstStyle/>
          <a:p>
            <a:pPr algn="l">
              <a:spcAft>
                <a:spcPts val="0"/>
              </a:spcAft>
            </a:pPr>
            <a:r>
              <a:rPr sz="1050" b="0" i="0">
                <a:solidFill>
                  <a:srgbClr val="262626"/>
                </a:solidFill>
              </a:rPr>
              <a:t>Tool output is fenced as untrusted and capped; replies render as plain text, never HTML.</a:t>
            </a:r>
          </a:p>
        </p:txBody>
      </p:sp>
      <p:sp>
        <p:nvSpPr>
          <p:cNvPr id="28" name="Security 5 card"/>
          <p:cNvSpPr/>
          <p:nvPr/>
        </p:nvSpPr>
        <p:spPr>
          <a:xfrm>
            <a:off x="3259836" y="2468880"/>
            <a:ext cx="2624328" cy="12161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ame gateway, same guardrails badge"/>
          <p:cNvSpPr/>
          <p:nvPr/>
        </p:nvSpPr>
        <p:spPr>
          <a:xfrm>
            <a:off x="3396996" y="2587752"/>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Same gateway, same guardrails icon" descr="Same gateway, same guardrails"/>
          <p:cNvPicPr>
            <a:picLocks noChangeAspect="1"/>
          </p:cNvPicPr>
          <p:nvPr/>
        </p:nvPicPr>
        <p:blipFill>
          <a:blip r:embed="rId6"/>
          <a:stretch>
            <a:fillRect/>
          </a:stretch>
        </p:blipFill>
        <p:spPr>
          <a:xfrm>
            <a:off x="3506358" y="2697114"/>
            <a:ext cx="201899" cy="201899"/>
          </a:xfrm>
          <a:prstGeom prst="rect">
            <a:avLst/>
          </a:prstGeom>
        </p:spPr>
      </p:pic>
      <p:sp>
        <p:nvSpPr>
          <p:cNvPr id="31" name="Security 5 title"/>
          <p:cNvSpPr txBox="1"/>
          <p:nvPr/>
        </p:nvSpPr>
        <p:spPr>
          <a:xfrm>
            <a:off x="3918204" y="2587752"/>
            <a:ext cx="1847088" cy="420624"/>
          </a:xfrm>
          <a:prstGeom prst="rect">
            <a:avLst/>
          </a:prstGeom>
          <a:noFill/>
        </p:spPr>
        <p:txBody>
          <a:bodyPr wrap="square" lIns="0" rIns="0" tIns="0" bIns="0" anchor="ctr">
            <a:spAutoFit/>
          </a:bodyPr>
          <a:lstStyle/>
          <a:p>
            <a:pPr algn="l">
              <a:spcAft>
                <a:spcPts val="0"/>
              </a:spcAft>
            </a:pPr>
            <a:r>
              <a:rPr sz="1250" b="1" i="0">
                <a:solidFill>
                  <a:schemeClr val="accent1"/>
                </a:solidFill>
              </a:rPr>
              <a:t>Same gateway, same guardrails</a:t>
            </a:r>
          </a:p>
        </p:txBody>
      </p:sp>
      <p:sp>
        <p:nvSpPr>
          <p:cNvPr id="32" name="Security 5 text"/>
          <p:cNvSpPr txBox="1"/>
          <p:nvPr/>
        </p:nvSpPr>
        <p:spPr>
          <a:xfrm>
            <a:off x="3396996" y="3090672"/>
            <a:ext cx="2350008" cy="566928"/>
          </a:xfrm>
          <a:prstGeom prst="rect">
            <a:avLst/>
          </a:prstGeom>
          <a:noFill/>
        </p:spPr>
        <p:txBody>
          <a:bodyPr wrap="square" lIns="0" rIns="0" tIns="0" bIns="0" anchor="t">
            <a:spAutoFit/>
          </a:bodyPr>
          <a:lstStyle/>
          <a:p>
            <a:pPr algn="l">
              <a:spcAft>
                <a:spcPts val="0"/>
              </a:spcAft>
            </a:pPr>
            <a:r>
              <a:rPr sz="1050" b="0" i="0">
                <a:solidFill>
                  <a:srgbClr val="262626"/>
                </a:solidFill>
              </a:rPr>
              <a:t>All model traffic goes through the RBCAssist gateway. There is no HiveMind backend.</a:t>
            </a:r>
          </a:p>
        </p:txBody>
      </p:sp>
      <p:sp>
        <p:nvSpPr>
          <p:cNvPr id="33" name="Security 6 card"/>
          <p:cNvSpPr/>
          <p:nvPr/>
        </p:nvSpPr>
        <p:spPr>
          <a:xfrm>
            <a:off x="6062472" y="2468880"/>
            <a:ext cx="2624328" cy="1216152"/>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Data stays on the device badge"/>
          <p:cNvSpPr/>
          <p:nvPr/>
        </p:nvSpPr>
        <p:spPr>
          <a:xfrm>
            <a:off x="6199632" y="2587752"/>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Data stays on the device icon" descr="Data stays on the device"/>
          <p:cNvPicPr>
            <a:picLocks noChangeAspect="1"/>
          </p:cNvPicPr>
          <p:nvPr/>
        </p:nvPicPr>
        <p:blipFill>
          <a:blip r:embed="rId7"/>
          <a:stretch>
            <a:fillRect/>
          </a:stretch>
        </p:blipFill>
        <p:spPr>
          <a:xfrm>
            <a:off x="6308994" y="2697114"/>
            <a:ext cx="201899" cy="201899"/>
          </a:xfrm>
          <a:prstGeom prst="rect">
            <a:avLst/>
          </a:prstGeom>
        </p:spPr>
      </p:pic>
      <p:sp>
        <p:nvSpPr>
          <p:cNvPr id="36" name="Security 6 title"/>
          <p:cNvSpPr txBox="1"/>
          <p:nvPr/>
        </p:nvSpPr>
        <p:spPr>
          <a:xfrm>
            <a:off x="6720840" y="2587752"/>
            <a:ext cx="1847088" cy="420624"/>
          </a:xfrm>
          <a:prstGeom prst="rect">
            <a:avLst/>
          </a:prstGeom>
          <a:noFill/>
        </p:spPr>
        <p:txBody>
          <a:bodyPr wrap="square" lIns="0" rIns="0" tIns="0" bIns="0" anchor="ctr">
            <a:spAutoFit/>
          </a:bodyPr>
          <a:lstStyle/>
          <a:p>
            <a:pPr algn="l">
              <a:spcAft>
                <a:spcPts val="0"/>
              </a:spcAft>
            </a:pPr>
            <a:r>
              <a:rPr sz="1250" b="1" i="0">
                <a:solidFill>
                  <a:schemeClr val="accent1"/>
                </a:solidFill>
              </a:rPr>
              <a:t>Data stays on the device</a:t>
            </a:r>
          </a:p>
        </p:txBody>
      </p:sp>
      <p:sp>
        <p:nvSpPr>
          <p:cNvPr id="37" name="Security 6 text"/>
          <p:cNvSpPr txBox="1"/>
          <p:nvPr/>
        </p:nvSpPr>
        <p:spPr>
          <a:xfrm>
            <a:off x="6199632" y="3090672"/>
            <a:ext cx="2350008" cy="566928"/>
          </a:xfrm>
          <a:prstGeom prst="rect">
            <a:avLst/>
          </a:prstGeom>
          <a:noFill/>
        </p:spPr>
        <p:txBody>
          <a:bodyPr wrap="square" lIns="0" rIns="0" tIns="0" bIns="0" anchor="t">
            <a:spAutoFit/>
          </a:bodyPr>
          <a:lstStyle/>
          <a:p>
            <a:pPr algn="l">
              <a:spcAft>
                <a:spcPts val="0"/>
              </a:spcAft>
            </a:pPr>
            <a:r>
              <a:rPr sz="1050" b="0" i="0">
                <a:solidFill>
                  <a:srgbClr val="262626"/>
                </a:solidFill>
              </a:rPr>
              <a:t>Chats live in browser storage only, with an off switch and Delete All. Attached files are never saved.</a:t>
            </a:r>
          </a:p>
        </p:txBody>
      </p:sp>
      <p:sp>
        <p:nvSpPr>
          <p:cNvPr id="38" name="Status strip"/>
          <p:cNvSpPr/>
          <p:nvPr/>
        </p:nvSpPr>
        <p:spPr>
          <a:xfrm>
            <a:off x="457200" y="3822191"/>
            <a:ext cx="8229600" cy="329184"/>
          </a:xfrm>
          <a:prstGeom prst="roundRect">
            <a:avLst>
              <a:gd name="adj" fmla="val 2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atus text"/>
          <p:cNvSpPr txBox="1"/>
          <p:nvPr/>
        </p:nvSpPr>
        <p:spPr>
          <a:xfrm>
            <a:off x="685800" y="3822191"/>
            <a:ext cx="7772400" cy="329184"/>
          </a:xfrm>
          <a:prstGeom prst="rect">
            <a:avLst/>
          </a:prstGeom>
          <a:noFill/>
        </p:spPr>
        <p:txBody>
          <a:bodyPr wrap="square" lIns="0" rIns="0" tIns="0" bIns="0" anchor="ctr">
            <a:spAutoFit/>
          </a:bodyPr>
          <a:lstStyle/>
          <a:p>
            <a:pPr algn="l">
              <a:spcAft>
                <a:spcPts val="0"/>
              </a:spcAft>
            </a:pPr>
            <a:r>
              <a:rPr sz="1100" b="1" i="0">
                <a:solidFill>
                  <a:schemeClr val="accent2"/>
                </a:solidFill>
              </a:rPr>
              <a:t>Status: </a:t>
            </a:r>
            <a:r>
              <a:rPr sz="1100" b="0" i="0">
                <a:solidFill>
                  <a:schemeClr val="bg1"/>
                </a:solidFill>
              </a:rPr>
              <a:t>working prototype. An InfoSec review is step two of the pilot plan.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Best use cases and live demo</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7</a:t>
            </a:fld>
            <a:endParaRPr lang="en-CA" dirty="0"/>
          </a:p>
        </p:txBody>
      </p:sp>
      <p:sp>
        <p:nvSpPr>
          <p:cNvPr id="8" name="Policy and procedure answers badge"/>
          <p:cNvSpPr/>
          <p:nvPr/>
        </p:nvSpPr>
        <p:spPr>
          <a:xfrm>
            <a:off x="457200" y="1234440"/>
            <a:ext cx="493776" cy="49377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olicy and procedure answers icon" descr="Policy and procedure answers"/>
          <p:cNvPicPr>
            <a:picLocks noChangeAspect="1"/>
          </p:cNvPicPr>
          <p:nvPr/>
        </p:nvPicPr>
        <p:blipFill>
          <a:blip r:embed="rId2"/>
          <a:stretch>
            <a:fillRect/>
          </a:stretch>
        </p:blipFill>
        <p:spPr>
          <a:xfrm>
            <a:off x="585581" y="1362821"/>
            <a:ext cx="237012" cy="237012"/>
          </a:xfrm>
          <a:prstGeom prst="rect">
            <a:avLst/>
          </a:prstGeom>
        </p:spPr>
      </p:pic>
      <p:sp>
        <p:nvSpPr>
          <p:cNvPr id="10" name="Use case 1 title"/>
          <p:cNvSpPr txBox="1"/>
          <p:nvPr/>
        </p:nvSpPr>
        <p:spPr>
          <a:xfrm>
            <a:off x="1115568" y="1188720"/>
            <a:ext cx="3291840" cy="274320"/>
          </a:xfrm>
          <a:prstGeom prst="rect">
            <a:avLst/>
          </a:prstGeom>
          <a:noFill/>
        </p:spPr>
        <p:txBody>
          <a:bodyPr wrap="square" lIns="0" rIns="0" tIns="0" bIns="0" anchor="t">
            <a:spAutoFit/>
          </a:bodyPr>
          <a:lstStyle/>
          <a:p>
            <a:pPr algn="l">
              <a:spcAft>
                <a:spcPts val="0"/>
              </a:spcAft>
            </a:pPr>
            <a:r>
              <a:rPr sz="1350" b="1" i="0">
                <a:solidFill>
                  <a:schemeClr val="accent1"/>
                </a:solidFill>
              </a:rPr>
              <a:t>Policy and procedure answers</a:t>
            </a:r>
          </a:p>
        </p:txBody>
      </p:sp>
      <p:sp>
        <p:nvSpPr>
          <p:cNvPr id="11" name="Use case 1 text"/>
          <p:cNvSpPr txBox="1"/>
          <p:nvPr/>
        </p:nvSpPr>
        <p:spPr>
          <a:xfrm>
            <a:off x="1115568" y="1472184"/>
            <a:ext cx="3291840" cy="411480"/>
          </a:xfrm>
          <a:prstGeom prst="rect">
            <a:avLst/>
          </a:prstGeom>
          <a:noFill/>
        </p:spPr>
        <p:txBody>
          <a:bodyPr wrap="square" lIns="0" rIns="0" tIns="0" bIns="0" anchor="t">
            <a:spAutoFit/>
          </a:bodyPr>
          <a:lstStyle/>
          <a:p>
            <a:pPr algn="l">
              <a:spcAft>
                <a:spcPts val="0"/>
              </a:spcAft>
            </a:pPr>
            <a:r>
              <a:rPr sz="1150" b="0" i="0">
                <a:solidFill>
                  <a:srgbClr val="262626"/>
                </a:solidFill>
              </a:rPr>
              <a:t>Ask the page you're reading; click a citation to verify.</a:t>
            </a:r>
          </a:p>
        </p:txBody>
      </p:sp>
      <p:sp>
        <p:nvSpPr>
          <p:cNvPr id="12" name="Cross-checking sources badge"/>
          <p:cNvSpPr/>
          <p:nvPr/>
        </p:nvSpPr>
        <p:spPr>
          <a:xfrm>
            <a:off x="457200" y="2002536"/>
            <a:ext cx="493776" cy="49377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Cross-checking sources icon" descr="Cross-checking sources"/>
          <p:cNvPicPr>
            <a:picLocks noChangeAspect="1"/>
          </p:cNvPicPr>
          <p:nvPr/>
        </p:nvPicPr>
        <p:blipFill>
          <a:blip r:embed="rId3"/>
          <a:stretch>
            <a:fillRect/>
          </a:stretch>
        </p:blipFill>
        <p:spPr>
          <a:xfrm>
            <a:off x="585581" y="2130917"/>
            <a:ext cx="237012" cy="237012"/>
          </a:xfrm>
          <a:prstGeom prst="rect">
            <a:avLst/>
          </a:prstGeom>
        </p:spPr>
      </p:pic>
      <p:sp>
        <p:nvSpPr>
          <p:cNvPr id="14" name="Use case 2 title"/>
          <p:cNvSpPr txBox="1"/>
          <p:nvPr/>
        </p:nvSpPr>
        <p:spPr>
          <a:xfrm>
            <a:off x="1115568" y="1956816"/>
            <a:ext cx="3291840" cy="274320"/>
          </a:xfrm>
          <a:prstGeom prst="rect">
            <a:avLst/>
          </a:prstGeom>
          <a:noFill/>
        </p:spPr>
        <p:txBody>
          <a:bodyPr wrap="square" lIns="0" rIns="0" tIns="0" bIns="0" anchor="t">
            <a:spAutoFit/>
          </a:bodyPr>
          <a:lstStyle/>
          <a:p>
            <a:pPr algn="l">
              <a:spcAft>
                <a:spcPts val="0"/>
              </a:spcAft>
            </a:pPr>
            <a:r>
              <a:rPr sz="1350" b="1" i="0">
                <a:solidFill>
                  <a:schemeClr val="accent1"/>
                </a:solidFill>
              </a:rPr>
              <a:t>Cross-checking sources</a:t>
            </a:r>
          </a:p>
        </p:txBody>
      </p:sp>
      <p:sp>
        <p:nvSpPr>
          <p:cNvPr id="15" name="Use case 2 text"/>
          <p:cNvSpPr txBox="1"/>
          <p:nvPr/>
        </p:nvSpPr>
        <p:spPr>
          <a:xfrm>
            <a:off x="1115568" y="2240280"/>
            <a:ext cx="3291840" cy="411480"/>
          </a:xfrm>
          <a:prstGeom prst="rect">
            <a:avLst/>
          </a:prstGeom>
          <a:noFill/>
        </p:spPr>
        <p:txBody>
          <a:bodyPr wrap="square" lIns="0" rIns="0" tIns="0" bIns="0" anchor="t">
            <a:spAutoFit/>
          </a:bodyPr>
          <a:lstStyle/>
          <a:p>
            <a:pPr algn="l">
              <a:spcAft>
                <a:spcPts val="0"/>
              </a:spcAft>
            </a:pPr>
            <a:r>
              <a:rPr sz="1150" b="0" i="0">
                <a:solidFill>
                  <a:srgbClr val="262626"/>
                </a:solidFill>
              </a:rPr>
              <a:t>@-mention a second tab or attach a PDF and compare.</a:t>
            </a:r>
          </a:p>
        </p:txBody>
      </p:sp>
      <p:sp>
        <p:nvSpPr>
          <p:cNvPr id="16" name="Better emails, faster badge"/>
          <p:cNvSpPr/>
          <p:nvPr/>
        </p:nvSpPr>
        <p:spPr>
          <a:xfrm>
            <a:off x="457200" y="2770632"/>
            <a:ext cx="493776" cy="49377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Better emails, faster icon" descr="Better emails, faster"/>
          <p:cNvPicPr>
            <a:picLocks noChangeAspect="1"/>
          </p:cNvPicPr>
          <p:nvPr/>
        </p:nvPicPr>
        <p:blipFill>
          <a:blip r:embed="rId4"/>
          <a:stretch>
            <a:fillRect/>
          </a:stretch>
        </p:blipFill>
        <p:spPr>
          <a:xfrm>
            <a:off x="585581" y="2899013"/>
            <a:ext cx="237012" cy="237012"/>
          </a:xfrm>
          <a:prstGeom prst="rect">
            <a:avLst/>
          </a:prstGeom>
        </p:spPr>
      </p:pic>
      <p:sp>
        <p:nvSpPr>
          <p:cNvPr id="18" name="Use case 3 title"/>
          <p:cNvSpPr txBox="1"/>
          <p:nvPr/>
        </p:nvSpPr>
        <p:spPr>
          <a:xfrm>
            <a:off x="1115568" y="2724912"/>
            <a:ext cx="3291840" cy="274320"/>
          </a:xfrm>
          <a:prstGeom prst="rect">
            <a:avLst/>
          </a:prstGeom>
          <a:noFill/>
        </p:spPr>
        <p:txBody>
          <a:bodyPr wrap="square" lIns="0" rIns="0" tIns="0" bIns="0" anchor="t">
            <a:spAutoFit/>
          </a:bodyPr>
          <a:lstStyle/>
          <a:p>
            <a:pPr algn="l">
              <a:spcAft>
                <a:spcPts val="0"/>
              </a:spcAft>
            </a:pPr>
            <a:r>
              <a:rPr sz="1350" b="1" i="0">
                <a:solidFill>
                  <a:schemeClr val="accent1"/>
                </a:solidFill>
              </a:rPr>
              <a:t>Better emails, faster</a:t>
            </a:r>
          </a:p>
        </p:txBody>
      </p:sp>
      <p:sp>
        <p:nvSpPr>
          <p:cNvPr id="19" name="Use case 3 text"/>
          <p:cNvSpPr txBox="1"/>
          <p:nvPr/>
        </p:nvSpPr>
        <p:spPr>
          <a:xfrm>
            <a:off x="1115568" y="3008376"/>
            <a:ext cx="3291840" cy="411480"/>
          </a:xfrm>
          <a:prstGeom prst="rect">
            <a:avLst/>
          </a:prstGeom>
          <a:noFill/>
        </p:spPr>
        <p:txBody>
          <a:bodyPr wrap="square" lIns="0" rIns="0" tIns="0" bIns="0" anchor="t">
            <a:spAutoFit/>
          </a:bodyPr>
          <a:lstStyle/>
          <a:p>
            <a:pPr algn="l">
              <a:spcAft>
                <a:spcPts val="0"/>
              </a:spcAft>
            </a:pPr>
            <a:r>
              <a:rPr sz="1150" b="0" i="0">
                <a:solidFill>
                  <a:srgbClr val="262626"/>
                </a:solidFill>
              </a:rPr>
              <a:t>Rewrite, Complete or Fix tone in the text box itself.</a:t>
            </a:r>
          </a:p>
        </p:txBody>
      </p:sp>
      <p:sp>
        <p:nvSpPr>
          <p:cNvPr id="20" name="Long documents in seconds badge"/>
          <p:cNvSpPr/>
          <p:nvPr/>
        </p:nvSpPr>
        <p:spPr>
          <a:xfrm>
            <a:off x="457200" y="3538728"/>
            <a:ext cx="493776" cy="493776"/>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Long documents in seconds icon" descr="Long documents in seconds"/>
          <p:cNvPicPr>
            <a:picLocks noChangeAspect="1"/>
          </p:cNvPicPr>
          <p:nvPr/>
        </p:nvPicPr>
        <p:blipFill>
          <a:blip r:embed="rId5"/>
          <a:stretch>
            <a:fillRect/>
          </a:stretch>
        </p:blipFill>
        <p:spPr>
          <a:xfrm>
            <a:off x="585581" y="3667109"/>
            <a:ext cx="237012" cy="237012"/>
          </a:xfrm>
          <a:prstGeom prst="rect">
            <a:avLst/>
          </a:prstGeom>
        </p:spPr>
      </p:pic>
      <p:sp>
        <p:nvSpPr>
          <p:cNvPr id="22" name="Use case 4 title"/>
          <p:cNvSpPr txBox="1"/>
          <p:nvPr/>
        </p:nvSpPr>
        <p:spPr>
          <a:xfrm>
            <a:off x="1115568" y="3493008"/>
            <a:ext cx="3291840" cy="274320"/>
          </a:xfrm>
          <a:prstGeom prst="rect">
            <a:avLst/>
          </a:prstGeom>
          <a:noFill/>
        </p:spPr>
        <p:txBody>
          <a:bodyPr wrap="square" lIns="0" rIns="0" tIns="0" bIns="0" anchor="t">
            <a:spAutoFit/>
          </a:bodyPr>
          <a:lstStyle/>
          <a:p>
            <a:pPr algn="l">
              <a:spcAft>
                <a:spcPts val="0"/>
              </a:spcAft>
            </a:pPr>
            <a:r>
              <a:rPr sz="1350" b="1" i="0">
                <a:solidFill>
                  <a:schemeClr val="accent1"/>
                </a:solidFill>
              </a:rPr>
              <a:t>Long documents in seconds</a:t>
            </a:r>
          </a:p>
        </p:txBody>
      </p:sp>
      <p:sp>
        <p:nvSpPr>
          <p:cNvPr id="23" name="Use case 4 text"/>
          <p:cNvSpPr txBox="1"/>
          <p:nvPr/>
        </p:nvSpPr>
        <p:spPr>
          <a:xfrm>
            <a:off x="1115568" y="3776472"/>
            <a:ext cx="3291840" cy="411480"/>
          </a:xfrm>
          <a:prstGeom prst="rect">
            <a:avLst/>
          </a:prstGeom>
          <a:noFill/>
        </p:spPr>
        <p:txBody>
          <a:bodyPr wrap="square" lIns="0" rIns="0" tIns="0" bIns="0" anchor="t">
            <a:spAutoFit/>
          </a:bodyPr>
          <a:lstStyle/>
          <a:p>
            <a:pPr algn="l">
              <a:spcAft>
                <a:spcPts val="0"/>
              </a:spcAft>
            </a:pPr>
            <a:r>
              <a:rPr sz="1150" b="0" i="0">
                <a:solidFill>
                  <a:srgbClr val="262626"/>
                </a:solidFill>
              </a:rPr>
              <a:t>Drop in a PDF and get a cited summary.</a:t>
            </a:r>
          </a:p>
        </p:txBody>
      </p:sp>
      <p:sp>
        <p:nvSpPr>
          <p:cNvPr id="24" name="Demo panel"/>
          <p:cNvSpPr/>
          <p:nvPr/>
        </p:nvSpPr>
        <p:spPr>
          <a:xfrm>
            <a:off x="4709160" y="1143000"/>
            <a:ext cx="3977639" cy="3044952"/>
          </a:xfrm>
          <a:prstGeom prst="roundRect">
            <a:avLst>
              <a:gd name="adj" fmla="val 5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mo title"/>
          <p:cNvSpPr txBox="1"/>
          <p:nvPr/>
        </p:nvSpPr>
        <p:spPr>
          <a:xfrm>
            <a:off x="4937760" y="1261872"/>
            <a:ext cx="2011680" cy="274320"/>
          </a:xfrm>
          <a:prstGeom prst="rect">
            <a:avLst/>
          </a:prstGeom>
          <a:noFill/>
        </p:spPr>
        <p:txBody>
          <a:bodyPr wrap="square" lIns="0" rIns="0" tIns="0" bIns="0" anchor="t">
            <a:spAutoFit/>
          </a:bodyPr>
          <a:lstStyle/>
          <a:p>
            <a:pPr algn="l">
              <a:spcAft>
                <a:spcPts val="0"/>
              </a:spcAft>
            </a:pPr>
            <a:r>
              <a:rPr sz="1400" b="1" i="0">
                <a:solidFill>
                  <a:schemeClr val="bg1"/>
                </a:solidFill>
              </a:rPr>
              <a:t>LIVE DEMO</a:t>
            </a:r>
          </a:p>
        </p:txBody>
      </p:sp>
      <p:sp>
        <p:nvSpPr>
          <p:cNvPr id="26" name="Timer pill"/>
          <p:cNvSpPr/>
          <p:nvPr/>
        </p:nvSpPr>
        <p:spPr>
          <a:xfrm>
            <a:off x="7452360" y="1261872"/>
            <a:ext cx="1005840" cy="27432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lstStyle/>
          <a:p>
            <a:pPr algn="ctr"/>
            <a:r>
              <a:rPr sz="1100" b="1">
                <a:solidFill>
                  <a:schemeClr val="accent1"/>
                </a:solidFill>
              </a:rPr>
              <a:t>about 2 min</a:t>
            </a:r>
          </a:p>
        </p:txBody>
      </p:sp>
      <p:sp>
        <p:nvSpPr>
          <p:cNvPr id="27" name="Demo step 1"/>
          <p:cNvSpPr/>
          <p:nvPr/>
        </p:nvSpPr>
        <p:spPr>
          <a:xfrm>
            <a:off x="4937760" y="1728216"/>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300" b="1">
                <a:solidFill>
                  <a:schemeClr val="accent1"/>
                </a:solidFill>
              </a:rPr>
              <a:t>1</a:t>
            </a:r>
          </a:p>
        </p:txBody>
      </p:sp>
      <p:sp>
        <p:nvSpPr>
          <p:cNvPr id="28" name="Demo step 1 title"/>
          <p:cNvSpPr txBox="1"/>
          <p:nvPr/>
        </p:nvSpPr>
        <p:spPr>
          <a:xfrm>
            <a:off x="5458968" y="1691640"/>
            <a:ext cx="3063239" cy="228600"/>
          </a:xfrm>
          <a:prstGeom prst="rect">
            <a:avLst/>
          </a:prstGeom>
          <a:noFill/>
        </p:spPr>
        <p:txBody>
          <a:bodyPr wrap="square" lIns="0" rIns="0" tIns="0" bIns="0" anchor="t">
            <a:spAutoFit/>
          </a:bodyPr>
          <a:lstStyle/>
          <a:p>
            <a:pPr algn="l">
              <a:spcAft>
                <a:spcPts val="0"/>
              </a:spcAft>
            </a:pPr>
            <a:r>
              <a:rPr sz="1300" b="1" i="0">
                <a:solidFill>
                  <a:schemeClr val="bg1"/>
                </a:solidFill>
              </a:rPr>
              <a:t>Ask this page</a:t>
            </a:r>
          </a:p>
        </p:txBody>
      </p:sp>
      <p:sp>
        <p:nvSpPr>
          <p:cNvPr id="29" name="Demo step 1 text"/>
          <p:cNvSpPr txBox="1"/>
          <p:nvPr/>
        </p:nvSpPr>
        <p:spPr>
          <a:xfrm>
            <a:off x="5458968" y="1929384"/>
            <a:ext cx="3063239" cy="274320"/>
          </a:xfrm>
          <a:prstGeom prst="rect">
            <a:avLst/>
          </a:prstGeom>
          <a:noFill/>
        </p:spPr>
        <p:txBody>
          <a:bodyPr wrap="square" lIns="0" rIns="0" tIns="0" bIns="0" anchor="t">
            <a:spAutoFit/>
          </a:bodyPr>
          <a:lstStyle/>
          <a:p>
            <a:pPr algn="l">
              <a:spcAft>
                <a:spcPts val="0"/>
              </a:spcAft>
            </a:pPr>
            <a:r>
              <a:rPr sz="1100" b="0" i="0">
                <a:solidFill>
                  <a:srgbClr val="C9D8EA"/>
                </a:solidFill>
              </a:rPr>
              <a:t>Toggle “Use this page”, ask a policy question.</a:t>
            </a:r>
          </a:p>
        </p:txBody>
      </p:sp>
      <p:sp>
        <p:nvSpPr>
          <p:cNvPr id="30" name="Demo step 2"/>
          <p:cNvSpPr/>
          <p:nvPr/>
        </p:nvSpPr>
        <p:spPr>
          <a:xfrm>
            <a:off x="4937760" y="2295144"/>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300" b="1">
                <a:solidFill>
                  <a:schemeClr val="accent1"/>
                </a:solidFill>
              </a:rPr>
              <a:t>2</a:t>
            </a:r>
          </a:p>
        </p:txBody>
      </p:sp>
      <p:sp>
        <p:nvSpPr>
          <p:cNvPr id="31" name="Demo step 2 title"/>
          <p:cNvSpPr txBox="1"/>
          <p:nvPr/>
        </p:nvSpPr>
        <p:spPr>
          <a:xfrm>
            <a:off x="5458968" y="2258568"/>
            <a:ext cx="3063239" cy="228600"/>
          </a:xfrm>
          <a:prstGeom prst="rect">
            <a:avLst/>
          </a:prstGeom>
          <a:noFill/>
        </p:spPr>
        <p:txBody>
          <a:bodyPr wrap="square" lIns="0" rIns="0" tIns="0" bIns="0" anchor="t">
            <a:spAutoFit/>
          </a:bodyPr>
          <a:lstStyle/>
          <a:p>
            <a:pPr algn="l">
              <a:spcAft>
                <a:spcPts val="0"/>
              </a:spcAft>
            </a:pPr>
            <a:r>
              <a:rPr sz="1300" b="1" i="0">
                <a:solidFill>
                  <a:schemeClr val="bg1"/>
                </a:solidFill>
              </a:rPr>
              <a:t>Click a citation</a:t>
            </a:r>
          </a:p>
        </p:txBody>
      </p:sp>
      <p:sp>
        <p:nvSpPr>
          <p:cNvPr id="32" name="Demo step 2 text"/>
          <p:cNvSpPr txBox="1"/>
          <p:nvPr/>
        </p:nvSpPr>
        <p:spPr>
          <a:xfrm>
            <a:off x="5458968" y="2496312"/>
            <a:ext cx="3063239" cy="274320"/>
          </a:xfrm>
          <a:prstGeom prst="rect">
            <a:avLst/>
          </a:prstGeom>
          <a:noFill/>
        </p:spPr>
        <p:txBody>
          <a:bodyPr wrap="square" lIns="0" rIns="0" tIns="0" bIns="0" anchor="t">
            <a:spAutoFit/>
          </a:bodyPr>
          <a:lstStyle/>
          <a:p>
            <a:pPr algn="l">
              <a:spcAft>
                <a:spcPts val="0"/>
              </a:spcAft>
            </a:pPr>
            <a:r>
              <a:rPr sz="1100" b="0" i="0">
                <a:solidFill>
                  <a:srgbClr val="C9D8EA"/>
                </a:solidFill>
              </a:rPr>
              <a:t>The tab scrolls to the source and highlights it.</a:t>
            </a:r>
          </a:p>
        </p:txBody>
      </p:sp>
      <p:sp>
        <p:nvSpPr>
          <p:cNvPr id="33" name="Demo step 3"/>
          <p:cNvSpPr/>
          <p:nvPr/>
        </p:nvSpPr>
        <p:spPr>
          <a:xfrm>
            <a:off x="4937760" y="2862072"/>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300" b="1">
                <a:solidFill>
                  <a:schemeClr val="accent1"/>
                </a:solidFill>
              </a:rPr>
              <a:t>3</a:t>
            </a:r>
          </a:p>
        </p:txBody>
      </p:sp>
      <p:sp>
        <p:nvSpPr>
          <p:cNvPr id="34" name="Demo step 3 title"/>
          <p:cNvSpPr txBox="1"/>
          <p:nvPr/>
        </p:nvSpPr>
        <p:spPr>
          <a:xfrm>
            <a:off x="5458968" y="2825496"/>
            <a:ext cx="3063239" cy="228600"/>
          </a:xfrm>
          <a:prstGeom prst="rect">
            <a:avLst/>
          </a:prstGeom>
          <a:noFill/>
        </p:spPr>
        <p:txBody>
          <a:bodyPr wrap="square" lIns="0" rIns="0" tIns="0" bIns="0" anchor="t">
            <a:spAutoFit/>
          </a:bodyPr>
          <a:lstStyle/>
          <a:p>
            <a:pPr algn="l">
              <a:spcAft>
                <a:spcPts val="0"/>
              </a:spcAft>
            </a:pPr>
            <a:r>
              <a:rPr sz="1300" b="1" i="0">
                <a:solidFill>
                  <a:schemeClr val="bg1"/>
                </a:solidFill>
              </a:rPr>
              <a:t>Compare</a:t>
            </a:r>
          </a:p>
        </p:txBody>
      </p:sp>
      <p:sp>
        <p:nvSpPr>
          <p:cNvPr id="35" name="Demo step 3 text"/>
          <p:cNvSpPr txBox="1"/>
          <p:nvPr/>
        </p:nvSpPr>
        <p:spPr>
          <a:xfrm>
            <a:off x="5458968" y="3063239"/>
            <a:ext cx="3063239" cy="274320"/>
          </a:xfrm>
          <a:prstGeom prst="rect">
            <a:avLst/>
          </a:prstGeom>
          <a:noFill/>
        </p:spPr>
        <p:txBody>
          <a:bodyPr wrap="square" lIns="0" rIns="0" tIns="0" bIns="0" anchor="t">
            <a:spAutoFit/>
          </a:bodyPr>
          <a:lstStyle/>
          <a:p>
            <a:pPr algn="l">
              <a:spcAft>
                <a:spcPts val="0"/>
              </a:spcAft>
            </a:pPr>
            <a:r>
              <a:rPr sz="1100" b="0" i="0">
                <a:solidFill>
                  <a:srgbClr val="C9D8EA"/>
                </a:solidFill>
              </a:rPr>
              <a:t>@-mention a second tab or drop in a PDF.</a:t>
            </a:r>
          </a:p>
        </p:txBody>
      </p:sp>
      <p:sp>
        <p:nvSpPr>
          <p:cNvPr id="36" name="Demo step 4"/>
          <p:cNvSpPr/>
          <p:nvPr/>
        </p:nvSpPr>
        <p:spPr>
          <a:xfrm>
            <a:off x="4937760" y="3429000"/>
            <a:ext cx="365760" cy="36576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18288" bIns="18288" wrap="square"/>
          <a:lstStyle/>
          <a:p>
            <a:pPr algn="ctr"/>
            <a:r>
              <a:rPr sz="1300" b="1">
                <a:solidFill>
                  <a:schemeClr val="accent1"/>
                </a:solidFill>
              </a:rPr>
              <a:t>4</a:t>
            </a:r>
          </a:p>
        </p:txBody>
      </p:sp>
      <p:sp>
        <p:nvSpPr>
          <p:cNvPr id="37" name="Demo step 4 title"/>
          <p:cNvSpPr txBox="1"/>
          <p:nvPr/>
        </p:nvSpPr>
        <p:spPr>
          <a:xfrm>
            <a:off x="5458968" y="3392424"/>
            <a:ext cx="3063239" cy="228600"/>
          </a:xfrm>
          <a:prstGeom prst="rect">
            <a:avLst/>
          </a:prstGeom>
          <a:noFill/>
        </p:spPr>
        <p:txBody>
          <a:bodyPr wrap="square" lIns="0" rIns="0" tIns="0" bIns="0" anchor="t">
            <a:spAutoFit/>
          </a:bodyPr>
          <a:lstStyle/>
          <a:p>
            <a:pPr algn="l">
              <a:spcAft>
                <a:spcPts val="0"/>
              </a:spcAft>
            </a:pPr>
            <a:r>
              <a:rPr sz="1300" b="1" i="0">
                <a:solidFill>
                  <a:schemeClr val="bg1"/>
                </a:solidFill>
              </a:rPr>
              <a:t>Fix tone</a:t>
            </a:r>
          </a:p>
        </p:txBody>
      </p:sp>
      <p:sp>
        <p:nvSpPr>
          <p:cNvPr id="38" name="Demo step 4 text"/>
          <p:cNvSpPr txBox="1"/>
          <p:nvPr/>
        </p:nvSpPr>
        <p:spPr>
          <a:xfrm>
            <a:off x="5458968" y="3630168"/>
            <a:ext cx="3063239" cy="274320"/>
          </a:xfrm>
          <a:prstGeom prst="rect">
            <a:avLst/>
          </a:prstGeom>
          <a:noFill/>
        </p:spPr>
        <p:txBody>
          <a:bodyPr wrap="square" lIns="0" rIns="0" tIns="0" bIns="0" anchor="t">
            <a:spAutoFit/>
          </a:bodyPr>
          <a:lstStyle/>
          <a:p>
            <a:pPr algn="l">
              <a:spcAft>
                <a:spcPts val="0"/>
              </a:spcAft>
            </a:pPr>
            <a:r>
              <a:rPr sz="1100" b="0" i="0">
                <a:solidFill>
                  <a:srgbClr val="C9D8EA"/>
                </a:solidFill>
              </a:rPr>
              <a:t>Polish a draft email inside its own text box.</a:t>
            </a:r>
          </a:p>
        </p:txBody>
      </p:sp>
      <p:sp>
        <p:nvSpPr>
          <p:cNvPr id="39" name="Backup note"/>
          <p:cNvSpPr txBox="1"/>
          <p:nvPr/>
        </p:nvSpPr>
        <p:spPr>
          <a:xfrm>
            <a:off x="4937760" y="3959352"/>
            <a:ext cx="3520439" cy="201168"/>
          </a:xfrm>
          <a:prstGeom prst="rect">
            <a:avLst/>
          </a:prstGeom>
          <a:noFill/>
        </p:spPr>
        <p:txBody>
          <a:bodyPr wrap="square" lIns="0" rIns="0" tIns="0" bIns="0" anchor="t">
            <a:spAutoFit/>
          </a:bodyPr>
          <a:lstStyle/>
          <a:p>
            <a:pPr algn="l">
              <a:spcAft>
                <a:spcPts val="0"/>
              </a:spcAft>
            </a:pPr>
            <a:r>
              <a:rPr sz="1000" b="0" i="1">
                <a:solidFill>
                  <a:schemeClr val="accent3"/>
                </a:solidFill>
              </a:rPr>
              <a:t>Backup: screen recording of the same four steps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Appendix: limits, method, open items</a:t>
            </a:r>
          </a:p>
        </p:txBody>
      </p:sp>
      <p:sp>
        <p:nvSpPr>
          <p:cNvPr id="7" name="Slide Number Placeholder 6">
            <a:extLst>
              <a:ext uri="{FF2B5EF4-FFF2-40B4-BE49-F238E27FC236}">
                <a16:creationId xmlns:a16="http://schemas.microsoft.com/office/drawing/2014/main" id="{BDE4478E-324A-F84C-8FD6-BC0BB5EF8634}"/>
              </a:ext>
            </a:extLst>
          </p:cNvPr>
          <p:cNvSpPr>
            <a:spLocks noGrp="1"/>
          </p:cNvSpPr>
          <p:nvPr>
            <p:ph type="sldNum" sz="quarter" idx="16"/>
          </p:nvPr>
        </p:nvSpPr>
        <p:spPr/>
        <p:txBody>
          <a:bodyPr/>
          <a:lstStyle/>
          <a:p>
            <a:fld id="{40398868-2947-614B-BB3E-A2C303F7BA40}" type="slidenum">
              <a:rPr lang="en-CA" smtClean="0"/>
              <a:pPr/>
              <a:t>7</a:t>
            </a:fld>
            <a:endParaRPr lang="en-CA" dirty="0"/>
          </a:p>
        </p:txBody>
      </p:sp>
      <p:sp>
        <p:nvSpPr>
          <p:cNvPr id="8" name="Appendix 1 card"/>
          <p:cNvSpPr/>
          <p:nvPr/>
        </p:nvSpPr>
        <p:spPr>
          <a:xfrm>
            <a:off x="457200" y="1143000"/>
            <a:ext cx="2624328" cy="3044952"/>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ppendix 1 title"/>
          <p:cNvSpPr txBox="1"/>
          <p:nvPr/>
        </p:nvSpPr>
        <p:spPr>
          <a:xfrm>
            <a:off x="621792" y="1234440"/>
            <a:ext cx="2295144" cy="256032"/>
          </a:xfrm>
          <a:prstGeom prst="rect">
            <a:avLst/>
          </a:prstGeom>
          <a:noFill/>
        </p:spPr>
        <p:txBody>
          <a:bodyPr wrap="square" lIns="0" rIns="0" tIns="0" bIns="0" anchor="t">
            <a:spAutoFit/>
          </a:bodyPr>
          <a:lstStyle/>
          <a:p>
            <a:pPr algn="l">
              <a:spcAft>
                <a:spcPts val="0"/>
              </a:spcAft>
            </a:pPr>
            <a:r>
              <a:rPr sz="1250" b="1" i="0">
                <a:solidFill>
                  <a:schemeClr val="accent1"/>
                </a:solidFill>
              </a:rPr>
              <a:t>Built-in limits (from code)</a:t>
            </a:r>
          </a:p>
        </p:txBody>
      </p:sp>
      <p:sp>
        <p:nvSpPr>
          <p:cNvPr id="10" name="Appendix 2 card"/>
          <p:cNvSpPr/>
          <p:nvPr/>
        </p:nvSpPr>
        <p:spPr>
          <a:xfrm>
            <a:off x="3259836" y="1143000"/>
            <a:ext cx="2624328" cy="3044952"/>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ppendix 2 title"/>
          <p:cNvSpPr txBox="1"/>
          <p:nvPr/>
        </p:nvSpPr>
        <p:spPr>
          <a:xfrm>
            <a:off x="3424428" y="1234440"/>
            <a:ext cx="2295144" cy="256032"/>
          </a:xfrm>
          <a:prstGeom prst="rect">
            <a:avLst/>
          </a:prstGeom>
          <a:noFill/>
        </p:spPr>
        <p:txBody>
          <a:bodyPr wrap="square" lIns="0" rIns="0" tIns="0" bIns="0" anchor="t">
            <a:spAutoFit/>
          </a:bodyPr>
          <a:lstStyle/>
          <a:p>
            <a:pPr algn="l">
              <a:spcAft>
                <a:spcPts val="0"/>
              </a:spcAft>
            </a:pPr>
            <a:r>
              <a:rPr sz="1250" b="1" i="0">
                <a:solidFill>
                  <a:schemeClr val="accent1"/>
                </a:solidFill>
              </a:rPr>
              <a:t>How we measured</a:t>
            </a:r>
          </a:p>
        </p:txBody>
      </p:sp>
      <p:sp>
        <p:nvSpPr>
          <p:cNvPr id="12" name="Appendix 3 card"/>
          <p:cNvSpPr/>
          <p:nvPr/>
        </p:nvSpPr>
        <p:spPr>
          <a:xfrm>
            <a:off x="6062472" y="1143000"/>
            <a:ext cx="2624328" cy="3044952"/>
          </a:xfrm>
          <a:prstGeom prst="roundRect">
            <a:avLst>
              <a:gd name="adj" fmla="val 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ppendix 3 title"/>
          <p:cNvSpPr txBox="1"/>
          <p:nvPr/>
        </p:nvSpPr>
        <p:spPr>
          <a:xfrm>
            <a:off x="6227064" y="1234440"/>
            <a:ext cx="2295144" cy="256032"/>
          </a:xfrm>
          <a:prstGeom prst="rect">
            <a:avLst/>
          </a:prstGeom>
          <a:noFill/>
        </p:spPr>
        <p:txBody>
          <a:bodyPr wrap="square" lIns="0" rIns="0" tIns="0" bIns="0" anchor="t">
            <a:spAutoFit/>
          </a:bodyPr>
          <a:lstStyle/>
          <a:p>
            <a:pPr algn="l">
              <a:spcAft>
                <a:spcPts val="0"/>
              </a:spcAft>
            </a:pPr>
            <a:r>
              <a:rPr sz="1250" b="1" i="0">
                <a:solidFill>
                  <a:schemeClr val="accent1"/>
                </a:solidFill>
              </a:rPr>
              <a:t>Before a wider rollout</a:t>
            </a:r>
          </a:p>
        </p:txBody>
      </p:sp>
      <p:sp>
        <p:nvSpPr>
          <p:cNvPr id="14" name="Limits list"/>
          <p:cNvSpPr txBox="1"/>
          <p:nvPr/>
        </p:nvSpPr>
        <p:spPr>
          <a:xfrm>
            <a:off x="621792" y="1572768"/>
            <a:ext cx="2295144" cy="2560320"/>
          </a:xfrm>
          <a:prstGeom prst="rect">
            <a:avLst/>
          </a:prstGeom>
          <a:noFill/>
        </p:spPr>
        <p:txBody>
          <a:bodyPr wrap="square" lIns="0" rIns="0" tIns="0" bIns="0" anchor="t">
            <a:spAutoFit/>
          </a:bodyPr>
          <a:lstStyle/>
          <a:p>
            <a:pPr algn="l">
              <a:spcAft>
                <a:spcPts val="700"/>
              </a:spcAft>
            </a:pPr>
            <a:r>
              <a:rPr sz="1200" b="0" i="0">
                <a:solidFill>
                  <a:srgbClr val="5C6068"/>
                </a:solidFill>
              </a:rPr>
              <a:t>Passage size:  </a:t>
            </a:r>
            <a:r>
              <a:rPr sz="1200" b="1" i="0">
                <a:solidFill>
                  <a:schemeClr val="accent1"/>
                </a:solidFill>
              </a:rPr>
              <a:t>~400 chars</a:t>
            </a:r>
          </a:p>
          <a:p>
            <a:pPr algn="l">
              <a:spcAft>
                <a:spcPts val="700"/>
              </a:spcAft>
            </a:pPr>
            <a:r>
              <a:rPr sz="1200" b="0" i="0">
                <a:solidFill>
                  <a:srgbClr val="5C6068"/>
                </a:solidFill>
              </a:rPr>
              <a:t>@tabs per message:  </a:t>
            </a:r>
            <a:r>
              <a:rPr sz="1200" b="1" i="0">
                <a:solidFill>
                  <a:schemeClr val="accent1"/>
                </a:solidFill>
              </a:rPr>
              <a:t>5</a:t>
            </a:r>
          </a:p>
          <a:p>
            <a:pPr algn="l">
              <a:spcAft>
                <a:spcPts val="700"/>
              </a:spcAft>
            </a:pPr>
            <a:r>
              <a:rPr sz="1200" b="0" i="0">
                <a:solidFill>
                  <a:srgbClr val="5C6068"/>
                </a:solidFill>
              </a:rPr>
              <a:t>Linked pages per chat:  </a:t>
            </a:r>
            <a:r>
              <a:rPr sz="1200" b="1" i="0">
                <a:solidFill>
                  <a:schemeClr val="accent1"/>
                </a:solidFill>
              </a:rPr>
              <a:t>3</a:t>
            </a:r>
          </a:p>
          <a:p>
            <a:pPr algn="l">
              <a:spcAft>
                <a:spcPts val="700"/>
              </a:spcAft>
            </a:pPr>
            <a:r>
              <a:rPr sz="1200" b="0" i="0">
                <a:solidFill>
                  <a:srgbClr val="5C6068"/>
                </a:solidFill>
              </a:rPr>
              <a:t>PDF text cap:  </a:t>
            </a:r>
            <a:r>
              <a:rPr sz="1200" b="1" i="0">
                <a:solidFill>
                  <a:schemeClr val="accent1"/>
                </a:solidFill>
              </a:rPr>
              <a:t>500,000 chars</a:t>
            </a:r>
          </a:p>
          <a:p>
            <a:pPr algn="l">
              <a:spcAft>
                <a:spcPts val="700"/>
              </a:spcAft>
            </a:pPr>
            <a:r>
              <a:rPr sz="1200" b="0" i="0">
                <a:solidFill>
                  <a:srgbClr val="5C6068"/>
                </a:solidFill>
              </a:rPr>
              <a:t>Tool rounds per reply:  </a:t>
            </a:r>
            <a:r>
              <a:rPr sz="1200" b="1" i="0">
                <a:solidFill>
                  <a:schemeClr val="accent1"/>
                </a:solidFill>
              </a:rPr>
              <a:t>5</a:t>
            </a:r>
          </a:p>
          <a:p>
            <a:pPr algn="l">
              <a:spcAft>
                <a:spcPts val="700"/>
              </a:spcAft>
            </a:pPr>
            <a:r>
              <a:rPr sz="1200" b="0" i="0">
                <a:solidFill>
                  <a:srgbClr val="5C6068"/>
                </a:solidFill>
              </a:rPr>
              <a:t>Tool result cap:  </a:t>
            </a:r>
            <a:r>
              <a:rPr sz="1200" b="1" i="0">
                <a:solidFill>
                  <a:schemeClr val="accent1"/>
                </a:solidFill>
              </a:rPr>
              <a:t>8,000 chars</a:t>
            </a:r>
          </a:p>
          <a:p>
            <a:pPr algn="l">
              <a:spcAft>
                <a:spcPts val="700"/>
              </a:spcAft>
            </a:pPr>
            <a:r>
              <a:rPr sz="1200" b="0" i="0">
                <a:solidFill>
                  <a:srgbClr val="5C6068"/>
                </a:solidFill>
              </a:rPr>
              <a:t>Tool router:  </a:t>
            </a:r>
            <a:r>
              <a:rPr sz="1200" b="1" i="0">
                <a:solidFill>
                  <a:schemeClr val="accent1"/>
                </a:solidFill>
              </a:rPr>
              <a:t>above 8 tools</a:t>
            </a:r>
          </a:p>
          <a:p>
            <a:pPr algn="l">
              <a:spcAft>
                <a:spcPts val="700"/>
              </a:spcAft>
            </a:pPr>
            <a:r>
              <a:rPr sz="1200" b="0" i="0">
                <a:solidFill>
                  <a:srgbClr val="5C6068"/>
                </a:solidFill>
              </a:rPr>
              <a:t>History:  </a:t>
            </a:r>
            <a:r>
              <a:rPr sz="1200" b="1" i="0">
                <a:solidFill>
                  <a:schemeClr val="accent1"/>
                </a:solidFill>
              </a:rPr>
              <a:t>50 chats × 200 msgs</a:t>
            </a:r>
          </a:p>
        </p:txBody>
      </p:sp>
      <p:sp>
        <p:nvSpPr>
          <p:cNvPr id="15" name="Method list"/>
          <p:cNvSpPr txBox="1"/>
          <p:nvPr/>
        </p:nvSpPr>
        <p:spPr>
          <a:xfrm>
            <a:off x="3424428" y="1572768"/>
            <a:ext cx="2295144" cy="2560320"/>
          </a:xfrm>
          <a:prstGeom prst="rect">
            <a:avLst/>
          </a:prstGeom>
          <a:noFill/>
        </p:spPr>
        <p:txBody>
          <a:bodyPr wrap="square" lIns="0" rIns="0" tIns="0" bIns="0" anchor="t">
            <a:spAutoFit/>
          </a:bodyPr>
          <a:lstStyle/>
          <a:p>
            <a:pPr algn="l">
              <a:spcAft>
                <a:spcPts val="900"/>
              </a:spcAft>
            </a:pPr>
            <a:r>
              <a:rPr sz="1150" b="0" i="0">
                <a:solidFill>
                  <a:srgbClr val="262626"/>
                </a:solidFill>
              </a:rPr>
              <a:t>Timed the extension's own code: buildContext, highlightPassage, and the pdfText logic.</a:t>
            </a:r>
          </a:p>
          <a:p>
            <a:pPr algn="l">
              <a:spcAft>
                <a:spcPts val="900"/>
              </a:spcAft>
            </a:pPr>
            <a:r>
              <a:rPr sz="1150" b="0" i="0">
                <a:solidFill>
                  <a:srgbClr val="262626"/>
                </a:solidFill>
              </a:rPr>
              <a:t>Node 22 and headless Chromium in a cloud sandbox; real prose, not RBC sites.</a:t>
            </a:r>
          </a:p>
          <a:p>
            <a:pPr algn="l">
              <a:spcAft>
                <a:spcPts val="900"/>
              </a:spcAft>
            </a:pPr>
            <a:r>
              <a:rPr sz="1150" b="0" i="0">
                <a:solidFill>
                  <a:srgbClr val="262626"/>
                </a:solidFill>
              </a:rPr>
              <a:t>Medians of 20–40 runs. p95 at 500K chars: 5 ms (context), 41 ms (highlight).</a:t>
            </a:r>
          </a:p>
          <a:p>
            <a:pPr algn="l">
              <a:spcAft>
                <a:spcPts val="900"/>
              </a:spcAft>
            </a:pPr>
            <a:r>
              <a:rPr sz="1150" b="0" i="0">
                <a:solidFill>
                  <a:srgbClr val="262626"/>
                </a:solidFill>
              </a:rPr>
              <a:t>Not measured: model latency, network, real-site markup.</a:t>
            </a:r>
          </a:p>
        </p:txBody>
      </p:sp>
      <p:sp>
        <p:nvSpPr>
          <p:cNvPr id="16" name="Open items list"/>
          <p:cNvSpPr txBox="1"/>
          <p:nvPr/>
        </p:nvSpPr>
        <p:spPr>
          <a:xfrm>
            <a:off x="6227064" y="1572768"/>
            <a:ext cx="2295144" cy="2560320"/>
          </a:xfrm>
          <a:prstGeom prst="rect">
            <a:avLst/>
          </a:prstGeom>
          <a:noFill/>
        </p:spPr>
        <p:txBody>
          <a:bodyPr wrap="square" lIns="0" rIns="0" tIns="0" bIns="0" anchor="t">
            <a:spAutoFit/>
          </a:bodyPr>
          <a:lstStyle/>
          <a:p>
            <a:pPr algn="l">
              <a:spcAft>
                <a:spcPts val="900"/>
              </a:spcAft>
            </a:pPr>
            <a:r>
              <a:rPr sz="1150" b="0" i="0">
                <a:solidFill>
                  <a:srgbClr val="262626"/>
                </a:solidFill>
              </a:rPr>
              <a:t>Adapt request parsing to the production RBCAssist schema (marked in the code).</a:t>
            </a:r>
          </a:p>
          <a:p>
            <a:pPr algn="l">
              <a:spcAft>
                <a:spcPts val="900"/>
              </a:spcAft>
            </a:pPr>
            <a:r>
              <a:rPr sz="1150" b="0" i="0">
                <a:solidFill>
                  <a:srgbClr val="262626"/>
                </a:solidFill>
              </a:rPr>
              <a:t>Enable more connectors (shown as “Coming soon”).</a:t>
            </a:r>
          </a:p>
          <a:p>
            <a:pPr algn="l">
              <a:spcAft>
                <a:spcPts val="900"/>
              </a:spcAft>
            </a:pPr>
            <a:r>
              <a:rPr sz="1150" b="0" i="0">
                <a:solidFill>
                  <a:srgbClr val="262626"/>
                </a:solidFill>
              </a:rPr>
              <a:t>The gateway guardrail sometimes rejects valid replies; HiveMind retries up to 3 times.</a:t>
            </a:r>
          </a:p>
          <a:p>
            <a:pPr algn="l">
              <a:spcAft>
                <a:spcPts val="900"/>
              </a:spcAft>
            </a:pPr>
            <a:r>
              <a:rPr sz="1150" b="0" i="0">
                <a:solidFill>
                  <a:srgbClr val="262626"/>
                </a:solidFill>
              </a:rPr>
              <a:t>InfoSec review, then pilot metrics: time saved, answer accuracy.</a:t>
            </a:r>
          </a:p>
        </p:txBody>
      </p:sp>
    </p:spTree>
  </p:cSld>
  <p:clrMapOvr>
    <a:masterClrMapping/>
  </p:clrMapOvr>
</p:sld>
</file>

<file path=ppt/theme/theme1.xml><?xml version="1.0" encoding="utf-8"?>
<a:theme xmlns:a="http://schemas.openxmlformats.org/drawingml/2006/main" name="RBC 2019 HNW for all new slides">
  <a:themeElements>
    <a:clrScheme name="RBC HNW Colors">
      <a:dk1>
        <a:srgbClr val="000000"/>
      </a:dk1>
      <a:lt1>
        <a:srgbClr val="FFFFFF"/>
      </a:lt1>
      <a:dk2>
        <a:srgbClr val="003168"/>
      </a:dk2>
      <a:lt2>
        <a:srgbClr val="E7EEF1"/>
      </a:lt2>
      <a:accent1>
        <a:srgbClr val="003168"/>
      </a:accent1>
      <a:accent2>
        <a:srgbClr val="FFC72C"/>
      </a:accent2>
      <a:accent3>
        <a:srgbClr val="87AFBF"/>
      </a:accent3>
      <a:accent4>
        <a:srgbClr val="C1B5A5"/>
      </a:accent4>
      <a:accent5>
        <a:srgbClr val="FCA311"/>
      </a:accent5>
      <a:accent6>
        <a:srgbClr val="B8A970"/>
      </a:accent6>
      <a:hlink>
        <a:srgbClr val="87AFBF"/>
      </a:hlink>
      <a:folHlink>
        <a:srgbClr val="B3B6B8"/>
      </a:folHlink>
    </a:clrScheme>
    <a:fontScheme name="RBC Arial Fonts">
      <a:majorFont>
        <a:latin typeface="Arial"/>
        <a:ea typeface=""/>
        <a:cs typeface=""/>
      </a:majorFont>
      <a:minorFont>
        <a:latin typeface="Arial"/>
        <a:ea typeface=""/>
        <a:cs typeface=""/>
      </a:minorFont>
    </a:fontScheme>
    <a:fmtScheme name="Flat">
      <a:fillStyleLst>
        <a:solidFill>
          <a:schemeClr val="phClr"/>
        </a:solidFill>
        <a:solidFill>
          <a:schemeClr val="phClr">
            <a:tint val="50000"/>
          </a:schemeClr>
        </a:solidFill>
        <a:solidFill>
          <a:schemeClr val="phClr">
            <a:shade val="50000"/>
          </a:schemeClr>
        </a:solidFill>
      </a:fillStyleLst>
      <a:lnStyleLst>
        <a:ln w="0" cap="flat" cmpd="sng" algn="ctr">
          <a:noFill/>
        </a:ln>
        <a:ln w="6350" cap="flat" cmpd="sng" algn="ctr">
          <a:solidFill>
            <a:schemeClr val="phClr"/>
          </a:solidFill>
          <a:prstDash val="solid"/>
        </a:ln>
        <a:ln w="0" cap="flat" cmpd="sng" algn="ctr">
          <a:noFill/>
        </a:ln>
      </a:lnStyleLst>
      <a:effectStyleLst>
        <a:effectStyle>
          <a:effectLst>
            <a:blur/>
          </a:effectLst>
        </a:effectStyle>
        <a:effectStyle>
          <a:effectLst>
            <a:fillOverlay blend="screen">
              <a:solidFill>
                <a:schemeClr val="phClr"/>
              </a:solidFill>
            </a:fillOverlay>
          </a:effectLst>
        </a:effectStyle>
        <a:effectStyle>
          <a:effectLst>
            <a:blur/>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Warm Yellow">
      <a:srgbClr val="FFC72C"/>
    </a:custClr>
    <a:custClr name="Tundra">
      <a:srgbClr val="87AFBF"/>
    </a:custClr>
    <a:custClr name="Light Gray">
      <a:srgbClr val="C1B5A5"/>
    </a:custClr>
    <a:custClr name="Sunburst">
      <a:srgbClr val="FCA311"/>
    </a:custClr>
    <a:custClr name="Beige">
      <a:srgbClr val="B8A970"/>
    </a:custClr>
    <a:custClr name="Carbon">
      <a:srgbClr val="899299"/>
    </a:custClr>
    <a:custClr name="Apple">
      <a:srgbClr val="AABA0A"/>
    </a:custClr>
    <a:custClr name="Seaweed">
      <a:srgbClr val="588886"/>
    </a:custClr>
    <a:custClr name="Sky">
      <a:srgbClr val="51B5E0"/>
    </a:custClr>
    <a:custClr name="Slate Gray">
      <a:srgbClr val="6F6E6F"/>
    </a:custClr>
    <a:custClr name="Warm Yellow 70%">
      <a:srgbClr val="FFD86B"/>
    </a:custClr>
    <a:custClr name="Tundra 70%">
      <a:srgbClr val="ABC7D2"/>
    </a:custClr>
    <a:custClr name="Light Gray 70%">
      <a:srgbClr val="D4CBC0"/>
    </a:custClr>
    <a:custClr name="Sunburst 70%">
      <a:srgbClr val="FDBF58"/>
    </a:custClr>
    <a:custClr name="Beige 70%">
      <a:srgbClr val="CDC39B"/>
    </a:custClr>
    <a:custClr name="Carbon 70%">
      <a:srgbClr val="ACB3B8"/>
    </a:custClr>
    <a:custClr name="Apple 70%">
      <a:srgbClr val="C4CF54"/>
    </a:custClr>
    <a:custClr name="Seaweed 70%">
      <a:srgbClr val="8AACAA"/>
    </a:custClr>
    <a:custClr name="Sky 70%">
      <a:srgbClr val="85CBE9"/>
    </a:custClr>
    <a:custClr name="Slate Gray 70%">
      <a:srgbClr val="9A9A9A"/>
    </a:custClr>
    <a:custClr name="Warm Yellow 55%">
      <a:srgbClr val="FFE08B"/>
    </a:custClr>
    <a:custClr name="Tundra 55%">
      <a:srgbClr val="BDD3DC"/>
    </a:custClr>
    <a:custClr name="Light Gray 55%">
      <a:srgbClr val="DDD6CE"/>
    </a:custClr>
    <a:custClr name="Sunburst 55%">
      <a:srgbClr val="FDCC7C"/>
    </a:custClr>
    <a:custClr name="Beige 55%">
      <a:srgbClr val="D8D0B0"/>
    </a:custClr>
    <a:custClr name="Carbon 55%">
      <a:srgbClr val="BEC3C7"/>
    </a:custClr>
    <a:custClr name="Apple 55%">
      <a:srgbClr val="D0D978"/>
    </a:custClr>
    <a:custClr name="Seaweed 55%">
      <a:srgbClr val="A3BEBC"/>
    </a:custClr>
    <a:custClr name="Sky 55%">
      <a:srgbClr val="9FD6EE"/>
    </a:custClr>
    <a:custClr name="Slate Gray 55%">
      <a:srgbClr val="B0AFB0"/>
    </a:custClr>
    <a:custClr name="Warm Yellow 40%">
      <a:srgbClr val="FFE9AB"/>
    </a:custClr>
    <a:custClr name="Tundra 40%">
      <a:srgbClr val="CFDFE5"/>
    </a:custClr>
    <a:custClr name="Light Gray 40%">
      <a:srgbClr val="E6E1DB"/>
    </a:custClr>
    <a:custClr name="Sunburst 40%">
      <a:srgbClr val="FEDAA0"/>
    </a:custClr>
    <a:custClr name="Beige 40%">
      <a:srgbClr val="E3DDC6"/>
    </a:custClr>
    <a:custClr name="Carbon 40%">
      <a:srgbClr val="D0D3D6"/>
    </a:custClr>
    <a:custClr name="Apple 40%">
      <a:srgbClr val="DDE39D"/>
    </a:custClr>
    <a:custClr name="Seaweed 40%">
      <a:srgbClr val="BCCFCF"/>
    </a:custClr>
    <a:custClr name="Sky 40%">
      <a:srgbClr val="B9E1F3"/>
    </a:custClr>
    <a:custClr name="Slate Gray 40%">
      <a:srgbClr val="C5C5C5"/>
    </a:custClr>
    <a:custClr name="Warm Yellow 25%">
      <a:srgbClr val="FFF1CA"/>
    </a:custClr>
    <a:custClr name="Tundra 25%">
      <a:srgbClr val="E1EBEF"/>
    </a:custClr>
    <a:custClr name="Light Gray 25%">
      <a:srgbClr val="F0EDE9"/>
    </a:custClr>
    <a:custClr name="Sunburst 25%">
      <a:srgbClr val="FEE8C4"/>
    </a:custClr>
    <a:custClr name="Beige 25%">
      <a:srgbClr val="EDEADB"/>
    </a:custClr>
    <a:custClr name="Carbon 25%">
      <a:srgbClr val="E2E4E6"/>
    </a:custClr>
    <a:custClr name="Apple 25%">
      <a:srgbClr val="EAEEC2"/>
    </a:custClr>
    <a:custClr name="Seaweed 25%">
      <a:srgbClr val="D5E1E1"/>
    </a:custClr>
    <a:custClr name="Sky 25%">
      <a:srgbClr val="D4EDF7"/>
    </a:custClr>
    <a:custClr name="Slate Gray 25%">
      <a:srgbClr val="DBDBDB"/>
    </a:custClr>
  </a:custClrLst>
  <a:extLst>
    <a:ext uri="{05A4C25C-085E-4340-85A3-A5531E510DB2}">
      <thm15:themeFamily xmlns:thm15="http://schemas.microsoft.com/office/thememl/2012/main" name="Presentation1" id="{996FA96B-B166-4746-91DA-78C691DD6127}" vid="{0D37FDFC-5AA4-B145-BFFC-A53CC5671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TotalTime>
  <Words>436</Words>
  <Application>Microsoft Macintosh PowerPoint</Application>
  <PresentationFormat>On-screen Show (16:9)</PresentationFormat>
  <Paragraphs>79</Paragraphs>
  <Slides>21</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RBC 2019 HNW for all new slides</vt:lpstr>
      <vt:lpstr>Title slide 1</vt:lpstr>
      <vt:lpstr>Title slide 2</vt:lpstr>
      <vt:lpstr>Title slide 3</vt:lpstr>
      <vt:lpstr>Title slide 4 </vt:lpstr>
      <vt:lpstr>Title slide – MUST be used  for all Board presentations</vt:lpstr>
      <vt:lpstr>Section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Timeline Example</vt:lpstr>
      <vt:lpstr>RBC Icons – copy and paste from the Master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HiveMind: RBCAssist in every browser tab</dc:title>
  <dc:creator>Hitesh Malhotra</dc:creator>
  <cp:lastModifiedBy>Nancy Garcia</cp:lastModifiedBy>
  <cp:revision>1</cp:revision>
  <dcterms:created xsi:type="dcterms:W3CDTF">2021-04-21T17:31:01Z</dcterms:created>
  <dcterms:modified xsi:type="dcterms:W3CDTF">2021-04-21T17:38:38Z</dcterms:modified>
</cp:coreProperties>
</file>